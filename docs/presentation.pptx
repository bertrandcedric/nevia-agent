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98" r:id="rId5"/>
    <p:sldMasterId id="2147483699" r:id="rId6"/>
  </p:sldMasterIdLst>
  <p:notesMasterIdLst>
    <p:notesMasterId r:id="rId7"/>
  </p:notesMasterIdLst>
  <p:sldIdLst>
    <p:sldId id="256" r:id="rId49"/>
    <p:sldId id="257" r:id="rId50"/>
    <p:sldId id="258" r:id="rId51"/>
    <p:sldId id="259" r:id="rId52"/>
    <p:sldId id="260" r:id="rId53"/>
    <p:sldId id="261" r:id="rId54"/>
    <p:sldId id="262" r:id="rId55"/>
    <p:sldId id="263" r:id="rId56"/>
    <p:sldId id="264" r:id="rId57"/>
    <p:sldId id="265" r:id="rId58"/>
    <p:sldId id="266" r:id="rId59"/>
    <p:sldId id="267" r:id="rId60"/>
    <p:sldId id="268" r:id="rId61"/>
  </p:sldIdLst>
  <p:sldSz cy="5143500" cx="9144000"/>
  <p:notesSz cx="6858000" cy="9144000"/>
  <p:embeddedFontLst>
    <p:embeddedFont>
      <p:font typeface="Ubuntu"/>
      <p:regular r:id="rId65"/>
      <p:bold r:id="rId66"/>
      <p:italic r:id="rId67"/>
      <p:boldItalic r:id="rId68"/>
    </p:embeddedFont>
    <p:embeddedFont>
      <p:font typeface="Ubuntu Light"/>
      <p:regular r:id="rId69"/>
      <p:bold r:id="rId70"/>
      <p:italic r:id="rId71"/>
      <p:boldItalic r:id="rId72"/>
    </p:embeddedFont>
    <p:embeddedFont>
      <p:font typeface="Inter SemiBold"/>
      <p:regular r:id="rId73"/>
      <p:bold r:id="rId74"/>
      <p:italic r:id="rId75"/>
      <p:boldItalic r:id="rId76"/>
    </p:embeddedFont>
    <p:embeddedFont>
      <p:font typeface="Inter Light"/>
      <p:regular r:id="rId77"/>
      <p:bold r:id="rId78"/>
      <p:italic r:id="rId79"/>
      <p:boldItalic r:id="rId80"/>
    </p:embeddedFont>
    <p:embeddedFont>
      <p:font typeface="Nunito Sans Light"/>
      <p:regular r:id="rId81"/>
      <p:bold r:id="rId82"/>
      <p:italic r:id="rId83"/>
      <p:boldItalic r:id="rId84"/>
    </p:embeddedFont>
    <p:embeddedFont>
      <p:font typeface="Inter"/>
      <p:regular r:id="rId85"/>
      <p:bold r:id="rId86"/>
      <p:italic r:id="rId87"/>
      <p:boldItalic r:id="rId88"/>
    </p:embeddedFont>
    <p:embeddedFont>
      <p:font typeface="Funnel Display ExtraBold"/>
      <p:bold r:id="rId89"/>
    </p:embeddedFont>
    <p:embeddedFont>
      <p:font typeface="Poppins SemiBold"/>
      <p:regular r:id="rId90"/>
      <p:bold r:id="rId91"/>
      <p:italic r:id="rId92"/>
      <p:boldItalic r:id="rId93"/>
    </p:embeddedFont>
    <p:embeddedFont>
      <p:font typeface="Geist Mono SemiBold"/>
      <p:regular r:id="rId94"/>
      <p:bold r:id="rId95"/>
      <p:italic r:id="rId96"/>
      <p:boldItalic r:id="rId97"/>
    </p:embeddedFont>
    <p:embeddedFont>
      <p:font typeface="Geist Mono Medium"/>
      <p:regular r:id="rId98"/>
      <p:bold r:id="rId99"/>
      <p:italic r:id="rId100"/>
      <p:boldItalic r:id="rId101"/>
    </p:embeddedFont>
    <p:embeddedFont>
      <p:font typeface="Inter Medium"/>
      <p:regular r:id="rId102"/>
      <p:bold r:id="rId103"/>
      <p:italic r:id="rId104"/>
      <p:boldItalic r:id="rId10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  <p15:guide id="3" pos="3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4CF6F1F-295C-4193-A172-9AC9BE687D27}">
  <a:tblStyle styleId="{14CF6F1F-295C-4193-A172-9AC9BE687D2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  <p:guide pos="3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49" Type="http://schemas.openxmlformats.org/officeDocument/2006/relationships/slide" Target="slides/slide1.xml"/><Relationship Id="rId50" Type="http://schemas.openxmlformats.org/officeDocument/2006/relationships/slide" Target="slides/slide2.xml"/><Relationship Id="rId51" Type="http://schemas.openxmlformats.org/officeDocument/2006/relationships/slide" Target="slides/slide3.xml"/><Relationship Id="rId52" Type="http://schemas.openxmlformats.org/officeDocument/2006/relationships/slide" Target="slides/slide4.xml"/><Relationship Id="rId53" Type="http://schemas.openxmlformats.org/officeDocument/2006/relationships/slide" Target="slides/slide5.xml"/><Relationship Id="rId54" Type="http://schemas.openxmlformats.org/officeDocument/2006/relationships/slide" Target="slides/slide6.xml"/><Relationship Id="rId55" Type="http://schemas.openxmlformats.org/officeDocument/2006/relationships/slide" Target="slides/slide7.xml"/><Relationship Id="rId56" Type="http://schemas.openxmlformats.org/officeDocument/2006/relationships/slide" Target="slides/slide8.xml"/><Relationship Id="rId57" Type="http://schemas.openxmlformats.org/officeDocument/2006/relationships/slide" Target="slides/slide9.xml"/><Relationship Id="rId58" Type="http://schemas.openxmlformats.org/officeDocument/2006/relationships/slide" Target="slides/slide10.xml"/><Relationship Id="rId59" Type="http://schemas.openxmlformats.org/officeDocument/2006/relationships/slide" Target="slides/slide11.xml"/><Relationship Id="rId60" Type="http://schemas.openxmlformats.org/officeDocument/2006/relationships/slide" Target="slides/slide12.xml"/><Relationship Id="rId61" Type="http://schemas.openxmlformats.org/officeDocument/2006/relationships/slide" Target="slides/slide13.xml"/><Relationship Id="rId65" Type="http://schemas.openxmlformats.org/officeDocument/2006/relationships/font" Target="fonts/Ubuntu-regular.fntdata"/><Relationship Id="rId66" Type="http://schemas.openxmlformats.org/officeDocument/2006/relationships/font" Target="fonts/Ubuntu-bold.fntdata"/><Relationship Id="rId67" Type="http://schemas.openxmlformats.org/officeDocument/2006/relationships/font" Target="fonts/Ubuntu-italic.fntdata"/><Relationship Id="rId68" Type="http://schemas.openxmlformats.org/officeDocument/2006/relationships/font" Target="fonts/Ubuntu-boldItalic.fntdata"/><Relationship Id="rId69" Type="http://schemas.openxmlformats.org/officeDocument/2006/relationships/font" Target="fonts/UbuntuLight-regular.fntdata"/><Relationship Id="rId70" Type="http://schemas.openxmlformats.org/officeDocument/2006/relationships/font" Target="fonts/UbuntuLight-bold.fntdata"/><Relationship Id="rId71" Type="http://schemas.openxmlformats.org/officeDocument/2006/relationships/font" Target="fonts/UbuntuLight-italic.fntdata"/><Relationship Id="rId72" Type="http://schemas.openxmlformats.org/officeDocument/2006/relationships/font" Target="fonts/UbuntuLight-boldItalic.fntdata"/><Relationship Id="rId73" Type="http://schemas.openxmlformats.org/officeDocument/2006/relationships/font" Target="fonts/InterSemiBold-regular.fntdata"/><Relationship Id="rId74" Type="http://schemas.openxmlformats.org/officeDocument/2006/relationships/font" Target="fonts/InterSemiBold-bold.fntdata"/><Relationship Id="rId75" Type="http://schemas.openxmlformats.org/officeDocument/2006/relationships/font" Target="fonts/InterSemiBold-italic.fntdata"/><Relationship Id="rId76" Type="http://schemas.openxmlformats.org/officeDocument/2006/relationships/font" Target="fonts/InterSemiBold-boldItalic.fntdata"/><Relationship Id="rId77" Type="http://schemas.openxmlformats.org/officeDocument/2006/relationships/font" Target="fonts/InterLight-regular.fntdata"/><Relationship Id="rId78" Type="http://schemas.openxmlformats.org/officeDocument/2006/relationships/font" Target="fonts/InterLight-bold.fntdata"/><Relationship Id="rId79" Type="http://schemas.openxmlformats.org/officeDocument/2006/relationships/font" Target="fonts/InterLight-italic.fntdata"/><Relationship Id="rId80" Type="http://schemas.openxmlformats.org/officeDocument/2006/relationships/font" Target="fonts/InterLight-boldItalic.fntdata"/><Relationship Id="rId81" Type="http://schemas.openxmlformats.org/officeDocument/2006/relationships/font" Target="fonts/NunitoSansLight-regular.fntdata"/><Relationship Id="rId82" Type="http://schemas.openxmlformats.org/officeDocument/2006/relationships/font" Target="fonts/NunitoSansLight-bold.fntdata"/><Relationship Id="rId83" Type="http://schemas.openxmlformats.org/officeDocument/2006/relationships/font" Target="fonts/NunitoSansLight-italic.fntdata"/><Relationship Id="rId84" Type="http://schemas.openxmlformats.org/officeDocument/2006/relationships/font" Target="fonts/NunitoSansLight-boldItalic.fntdata"/><Relationship Id="rId85" Type="http://schemas.openxmlformats.org/officeDocument/2006/relationships/font" Target="fonts/Inter-regular.fntdata"/><Relationship Id="rId86" Type="http://schemas.openxmlformats.org/officeDocument/2006/relationships/font" Target="fonts/Inter-bold.fntdata"/><Relationship Id="rId87" Type="http://schemas.openxmlformats.org/officeDocument/2006/relationships/font" Target="fonts/Inter-italic.fntdata"/><Relationship Id="rId88" Type="http://schemas.openxmlformats.org/officeDocument/2006/relationships/font" Target="fonts/Inter-boldItalic.fntdata"/><Relationship Id="rId89" Type="http://schemas.openxmlformats.org/officeDocument/2006/relationships/font" Target="fonts/FunnelDisplayExtraBold-bold.fntdata"/><Relationship Id="rId90" Type="http://schemas.openxmlformats.org/officeDocument/2006/relationships/font" Target="fonts/PoppinsSemiBold-regular.fntdata"/><Relationship Id="rId91" Type="http://schemas.openxmlformats.org/officeDocument/2006/relationships/font" Target="fonts/PoppinsSemiBold-bold.fntdata"/><Relationship Id="rId92" Type="http://schemas.openxmlformats.org/officeDocument/2006/relationships/font" Target="fonts/PoppinsSemiBold-italic.fntdata"/><Relationship Id="rId93" Type="http://schemas.openxmlformats.org/officeDocument/2006/relationships/font" Target="fonts/PoppinsSemiBold-boldItalic.fntdata"/><Relationship Id="rId94" Type="http://schemas.openxmlformats.org/officeDocument/2006/relationships/font" Target="fonts/GeistMonoSemiBold-regular.fntdata"/><Relationship Id="rId95" Type="http://schemas.openxmlformats.org/officeDocument/2006/relationships/font" Target="fonts/GeistMonoSemiBold-bold.fntdata"/><Relationship Id="rId96" Type="http://schemas.openxmlformats.org/officeDocument/2006/relationships/font" Target="fonts/GeistMonoSemiBold-italic.fntdata"/><Relationship Id="rId97" Type="http://schemas.openxmlformats.org/officeDocument/2006/relationships/font" Target="fonts/GeistMonoSemiBold-boldItalic.fntdata"/><Relationship Id="rId98" Type="http://schemas.openxmlformats.org/officeDocument/2006/relationships/font" Target="fonts/GeistMonoMedium-regular.fntdata"/><Relationship Id="rId99" Type="http://schemas.openxmlformats.org/officeDocument/2006/relationships/font" Target="fonts/GeistMonoMedium-bold.fntdata"/><Relationship Id="rId100" Type="http://schemas.openxmlformats.org/officeDocument/2006/relationships/font" Target="fonts/GeistMonoMedium-italic.fntdata"/><Relationship Id="rId101" Type="http://schemas.openxmlformats.org/officeDocument/2006/relationships/font" Target="fonts/GeistMonoMedium-boldItalic.fntdata"/><Relationship Id="rId102" Type="http://schemas.openxmlformats.org/officeDocument/2006/relationships/font" Target="fonts/InterMedium-regular.fntdata"/><Relationship Id="rId103" Type="http://schemas.openxmlformats.org/officeDocument/2006/relationships/font" Target="fonts/InterMedium-bold.fntdata"/><Relationship Id="rId104" Type="http://schemas.openxmlformats.org/officeDocument/2006/relationships/font" Target="fonts/InterMedium-italic.fntdata"/><Relationship Id="rId105" Type="http://schemas.openxmlformats.org/officeDocument/2006/relationships/font" Target="fonts/InterMedium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**Nevia** gives them computers, databases and branches to work on **m2p** moves the data, **acc** moves the code You review the evidence, and decide The promise: a migration that is evidence-driven at every step, where the agents do the tedious work on throwaway infrastructure, and a person keeps the decisions (merge, cut over).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halves, data and code, each with its own way to fail. And trying is costly when environments are slow to make: that is where Nevia comes in.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workspace holds computers, databases and secrets; access is by principal and role. The CLI and the API are the same surface, which is what makes agents possible.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of these maps to a step of the path: branches for the data's tries, checkpoints for the code's sandbox, secrets and keys for running agents safely.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analysis is evidence for the schema, not the schema: it saw a sample, so its NOT NULL and VARCHAR(n) are hints to check, not rules. Its warnings become a to-do list for both agents.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loop is the point: it fails, reads the report, fixes, tries again on a fresh branch. Branches are what make that loop cheap enough to run unattended.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Click 6 times: one step each. 1. Your machine makes the agent computer. Its own Nevia key, the secrets from `.env`, this code: nothing else is made from your machine. 2. The agent makes the source and the target. MongoDB on `m2p-mongo`, seeded with the data, and an empty Postgres, `m2p-pg`. 3. The AI analyses the data. mongo2pg samples MongoDB: types, presence, warnings, a proposed SQL model. 4. A try, on its own branch. Each try gets `m2p-tryN`, a branch of the target made in seconds: export from MongoDB, import there. 5. Checked, fixed, tried again. mongo2pg's post-import report compares every table; when it fails, the AI fixes the data and tries again on a new branch. Every branch stays, as evidence. 6. Done. The passing load goes into `m2p-pg`; `run` collects DONE.md, the tries and `final.sql`, all the SQL it took.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acc also builds any feature you describe ("run task"), tested the same way on a fork of the data: the same pipeline serves the migration and the product work around it.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Click 7 times: one step each. 1. Your machine makes the agent computer. Its own Nevia key, the secrets from `.env`, this code; the agent does the rest. 2. A fresh stack, from the base branch. The agent clones the app and recreates `acc-app` and `acc-mongo` from it: never an older version. 3. The AI sees the structure, not the values. mongo2pg infers the schemas from `acc-mongo`; the sample values are stripped before the AI reads them. 4. The AI changes the app. As its own Unix user, with the `nevia` CLI to look around: JDBC instead of the driver, the seed data as SQL; it checks against a Postgres of its own. 5. Built and tested. `mvn package`, the tests included, on the agent computer. 6. A sandbox, beside the app. A checkpoint of `acc-app` restored as `acc-app-RUN`, on a new Postgres with the seed data; the new jar must answer. 7. Only then, a pull request. What changed, the analysis, the validation, a preview URL. You review and merge.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agents never merge and never cut over. They hand over artefacts (a PR, a SQL file, reports) that a team can review with its usual tools.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the loop on the concepts: computers, branches, checkpoints and secrets, each used for what it is good at.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whole path is reproducible, run after run, in a dedicated Nevia workspace.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agent m2p setup &amp;&amp; agent m2p run; agent acc setup &amp;&amp; agent acc run migrate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6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3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5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">
  <p:cSld name="TITLE_2_2_1_1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6" name="Google Shape;56;p14" title="Cover dark.png"/>
          <p:cNvPicPr preferRelativeResize="0"/>
          <p:nvPr/>
        </p:nvPicPr>
        <p:blipFill rotWithShape="1">
          <a:blip r:embed="rId2">
            <a:alphaModFix/>
          </a:blip>
          <a:srcRect b="209" l="0" r="0" t="209"/>
          <a:stretch/>
        </p:blipFill>
        <p:spPr>
          <a:xfrm>
            <a:off x="-46200" y="-15175"/>
            <a:ext cx="9236381" cy="5173851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/>
          <p:nvPr>
            <p:ph type="title"/>
          </p:nvPr>
        </p:nvSpPr>
        <p:spPr>
          <a:xfrm>
            <a:off x="1663950" y="1852700"/>
            <a:ext cx="5816100" cy="9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Funnel Display ExtraBold"/>
              <a:buNone/>
              <a:defRPr b="0" sz="3600">
                <a:solidFill>
                  <a:srgbClr val="FFFFFF"/>
                </a:solidFill>
                <a:latin typeface="Funnel Display ExtraBold"/>
                <a:ea typeface="Funnel Display ExtraBold"/>
                <a:cs typeface="Funnel Display ExtraBold"/>
                <a:sym typeface="Funnel Display Extra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sz="2600"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sz="2600"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sz="2600"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sz="2600"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sz="2600"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sz="2600"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sz="2600"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sz="2600"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2270250" y="3609700"/>
            <a:ext cx="4603500" cy="3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"/>
              <a:buFont typeface="Inter"/>
              <a:buNone/>
              <a:defRPr sz="18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9C5EF"/>
              </a:buClr>
              <a:buSzPts val="1000"/>
              <a:buNone/>
              <a:defRPr>
                <a:solidFill>
                  <a:srgbClr val="B9C5EF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9C5EF"/>
              </a:buClr>
              <a:buSzPts val="1000"/>
              <a:buNone/>
              <a:defRPr>
                <a:solidFill>
                  <a:srgbClr val="B9C5EF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9C5EF"/>
              </a:buClr>
              <a:buSzPts val="1000"/>
              <a:buNone/>
              <a:defRPr>
                <a:solidFill>
                  <a:srgbClr val="B9C5EF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9C5EF"/>
              </a:buClr>
              <a:buSzPts val="1000"/>
              <a:buNone/>
              <a:defRPr>
                <a:solidFill>
                  <a:srgbClr val="B9C5EF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9C5EF"/>
              </a:buClr>
              <a:buSzPts val="1000"/>
              <a:buNone/>
              <a:defRPr>
                <a:solidFill>
                  <a:srgbClr val="B9C5EF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9C5EF"/>
              </a:buClr>
              <a:buSzPts val="1000"/>
              <a:buNone/>
              <a:defRPr>
                <a:solidFill>
                  <a:srgbClr val="B9C5EF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9C5EF"/>
              </a:buClr>
              <a:buSzPts val="1000"/>
              <a:buNone/>
              <a:defRPr>
                <a:solidFill>
                  <a:srgbClr val="B9C5EF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9C5EF"/>
              </a:buClr>
              <a:buSzPts val="1000"/>
              <a:buNone/>
              <a:defRPr>
                <a:solidFill>
                  <a:srgbClr val="B9C5EF"/>
                </a:solidFill>
              </a:defRPr>
            </a:lvl9pPr>
          </a:lstStyle>
          <a:p/>
        </p:txBody>
      </p:sp>
      <p:pic>
        <p:nvPicPr>
          <p:cNvPr id="59" name="Google Shape;59;p14" title="logo-aiven-white-1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23159" y="835200"/>
            <a:ext cx="1472126" cy="420625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idx="2" type="subTitle"/>
          </p:nvPr>
        </p:nvSpPr>
        <p:spPr>
          <a:xfrm>
            <a:off x="2756550" y="3339700"/>
            <a:ext cx="36309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00"/>
              <a:buFont typeface="Geist Mono Medium"/>
              <a:buNone/>
              <a:defRPr sz="800">
                <a:solidFill>
                  <a:schemeClr val="accent1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5477">
          <p15:clr>
            <a:srgbClr val="FA7B17"/>
          </p15:clr>
        </p15:guide>
        <p15:guide id="2" pos="3609">
          <p15:clr>
            <a:srgbClr val="E46962"/>
          </p15:clr>
        </p15:guide>
        <p15:guide id="3" orient="horz" pos="340">
          <p15:clr>
            <a:srgbClr val="E46962"/>
          </p15:clr>
        </p15:guide>
        <p15:guide id="4" orient="horz" pos="1620">
          <p15:clr>
            <a:srgbClr val="E46962"/>
          </p15:clr>
        </p15:guide>
        <p15:guide id="5" pos="340">
          <p15:clr>
            <a:srgbClr val="E46962"/>
          </p15:clr>
        </p15:guide>
        <p15:guide id="6" pos="3240">
          <p15:clr>
            <a:srgbClr val="E46962"/>
          </p15:clr>
        </p15:guide>
        <p15:guide id="7" orient="horz" pos="526">
          <p15:clr>
            <a:srgbClr val="E46962"/>
          </p15:clr>
        </p15:guide>
        <p15:guide id="8" orient="horz" pos="1443">
          <p15:clr>
            <a:srgbClr val="E46962"/>
          </p15:clr>
        </p15:guide>
        <p15:guide id="9" orient="horz" pos="2900">
          <p15:clr>
            <a:srgbClr val="E46962"/>
          </p15:clr>
        </p15:guide>
        <p15:guide id="10" orient="horz" pos="1797">
          <p15:clr>
            <a:srgbClr val="E46962"/>
          </p15:clr>
        </p15:guide>
        <p15:guide id="11" orient="horz" pos="1974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left aligned">
  <p:cSld name="CUSTOM_4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3" name="Google Shape;63;p15" title="Cover dark.png"/>
          <p:cNvPicPr preferRelativeResize="0"/>
          <p:nvPr/>
        </p:nvPicPr>
        <p:blipFill rotWithShape="1">
          <a:blip r:embed="rId2">
            <a:alphaModFix/>
          </a:blip>
          <a:srcRect b="209" l="0" r="0" t="209"/>
          <a:stretch/>
        </p:blipFill>
        <p:spPr>
          <a:xfrm>
            <a:off x="-46200" y="-15175"/>
            <a:ext cx="9236381" cy="5173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5" title="logo-aiven-white-1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7926" y="835200"/>
            <a:ext cx="1472126" cy="420625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5"/>
          <p:cNvSpPr/>
          <p:nvPr/>
        </p:nvSpPr>
        <p:spPr>
          <a:xfrm>
            <a:off x="-46200" y="1967349"/>
            <a:ext cx="1809300" cy="3185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6" name="Google Shape;66;p15"/>
          <p:cNvSpPr txBox="1"/>
          <p:nvPr>
            <p:ph type="title"/>
          </p:nvPr>
        </p:nvSpPr>
        <p:spPr>
          <a:xfrm>
            <a:off x="537925" y="1852700"/>
            <a:ext cx="5816100" cy="9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Funnel Display ExtraBold"/>
              <a:buNone/>
              <a:defRPr b="0" sz="3600">
                <a:solidFill>
                  <a:srgbClr val="FFFFFF"/>
                </a:solidFill>
                <a:latin typeface="Funnel Display ExtraBold"/>
                <a:ea typeface="Funnel Display ExtraBold"/>
                <a:cs typeface="Funnel Display ExtraBold"/>
                <a:sym typeface="Funnel Display Extra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sz="2600"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sz="2600"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sz="2600"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sz="2600"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sz="2600"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sz="2600"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sz="2600"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sz="2600"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9pPr>
          </a:lstStyle>
          <a:p/>
        </p:txBody>
      </p:sp>
      <p:sp>
        <p:nvSpPr>
          <p:cNvPr id="67" name="Google Shape;67;p15"/>
          <p:cNvSpPr txBox="1"/>
          <p:nvPr>
            <p:ph idx="1" type="subTitle"/>
          </p:nvPr>
        </p:nvSpPr>
        <p:spPr>
          <a:xfrm>
            <a:off x="537926" y="3609700"/>
            <a:ext cx="4603500" cy="3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"/>
              <a:buFont typeface="Inter"/>
              <a:buNone/>
              <a:defRPr sz="18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9C5EF"/>
              </a:buClr>
              <a:buSzPts val="1000"/>
              <a:buNone/>
              <a:defRPr>
                <a:solidFill>
                  <a:srgbClr val="B9C5EF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9C5EF"/>
              </a:buClr>
              <a:buSzPts val="1000"/>
              <a:buNone/>
              <a:defRPr>
                <a:solidFill>
                  <a:srgbClr val="B9C5EF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9C5EF"/>
              </a:buClr>
              <a:buSzPts val="1000"/>
              <a:buNone/>
              <a:defRPr>
                <a:solidFill>
                  <a:srgbClr val="B9C5EF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9C5EF"/>
              </a:buClr>
              <a:buSzPts val="1000"/>
              <a:buNone/>
              <a:defRPr>
                <a:solidFill>
                  <a:srgbClr val="B9C5EF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9C5EF"/>
              </a:buClr>
              <a:buSzPts val="1000"/>
              <a:buNone/>
              <a:defRPr>
                <a:solidFill>
                  <a:srgbClr val="B9C5EF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9C5EF"/>
              </a:buClr>
              <a:buSzPts val="1000"/>
              <a:buNone/>
              <a:defRPr>
                <a:solidFill>
                  <a:srgbClr val="B9C5EF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9C5EF"/>
              </a:buClr>
              <a:buSzPts val="1000"/>
              <a:buNone/>
              <a:defRPr>
                <a:solidFill>
                  <a:srgbClr val="B9C5EF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9C5EF"/>
              </a:buClr>
              <a:buSzPts val="1000"/>
              <a:buNone/>
              <a:defRPr>
                <a:solidFill>
                  <a:srgbClr val="B9C5EF"/>
                </a:solidFill>
              </a:defRPr>
            </a:lvl9pPr>
          </a:lstStyle>
          <a:p/>
        </p:txBody>
      </p:sp>
      <p:pic>
        <p:nvPicPr>
          <p:cNvPr id="68" name="Google Shape;68;p15" title="Symbol-6.png"/>
          <p:cNvPicPr preferRelativeResize="0"/>
          <p:nvPr/>
        </p:nvPicPr>
        <p:blipFill rotWithShape="1">
          <a:blip r:embed="rId4">
            <a:alphaModFix/>
          </a:blip>
          <a:srcRect b="30791" l="0" r="0" t="0"/>
          <a:stretch/>
        </p:blipFill>
        <p:spPr>
          <a:xfrm>
            <a:off x="5141425" y="3450325"/>
            <a:ext cx="1092825" cy="170250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5"/>
          <p:cNvSpPr txBox="1"/>
          <p:nvPr>
            <p:ph idx="2" type="subTitle"/>
          </p:nvPr>
        </p:nvSpPr>
        <p:spPr>
          <a:xfrm>
            <a:off x="537925" y="3339700"/>
            <a:ext cx="36309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Geist Mono Medium"/>
              <a:buNone/>
              <a:defRPr sz="800">
                <a:solidFill>
                  <a:schemeClr val="accent1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39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block A">
  <p:cSld name="TITLE_AND_BODY_1_6_1_1_1">
    <p:bg>
      <p:bgPr>
        <a:solidFill>
          <a:schemeClr val="dk1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/>
          <p:nvPr>
            <p:ph type="title"/>
          </p:nvPr>
        </p:nvSpPr>
        <p:spPr>
          <a:xfrm>
            <a:off x="537925" y="540000"/>
            <a:ext cx="8028900" cy="7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None/>
              <a:defRPr sz="3400">
                <a:solidFill>
                  <a:srgbClr val="FFFFFF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9pPr>
          </a:lstStyle>
          <a:p/>
        </p:txBody>
      </p:sp>
      <p:sp>
        <p:nvSpPr>
          <p:cNvPr id="72" name="Google Shape;72;p16"/>
          <p:cNvSpPr txBox="1"/>
          <p:nvPr>
            <p:ph idx="1" type="subTitle"/>
          </p:nvPr>
        </p:nvSpPr>
        <p:spPr>
          <a:xfrm>
            <a:off x="537125" y="1783825"/>
            <a:ext cx="8028900" cy="3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Inter SemiBold"/>
              <a:buNone/>
              <a:defRPr sz="22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73" name="Google Shape;73;p16"/>
          <p:cNvSpPr txBox="1"/>
          <p:nvPr>
            <p:ph idx="2" type="body"/>
          </p:nvPr>
        </p:nvSpPr>
        <p:spPr>
          <a:xfrm>
            <a:off x="542875" y="2318425"/>
            <a:ext cx="8028900" cy="22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rgbClr val="FFFFFF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rgbClr val="FFFFFF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9pPr>
          </a:lstStyle>
          <a:p/>
        </p:txBody>
      </p:sp>
      <p:grpSp>
        <p:nvGrpSpPr>
          <p:cNvPr id="74" name="Google Shape;74;p16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75" name="Google Shape;75;p16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6" name="Google Shape;76;p16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7" name="Google Shape;77;p16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8" name="Google Shape;78;p16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9" name="Google Shape;79;p16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cxnSp>
        <p:nvCxnSpPr>
          <p:cNvPr id="80" name="Google Shape;80;p16"/>
          <p:cNvCxnSpPr/>
          <p:nvPr/>
        </p:nvCxnSpPr>
        <p:spPr>
          <a:xfrm>
            <a:off x="235725" y="1584025"/>
            <a:ext cx="8692800" cy="0"/>
          </a:xfrm>
          <a:prstGeom prst="straightConnector1">
            <a:avLst/>
          </a:prstGeom>
          <a:noFill/>
          <a:ln cap="flat" cmpd="sng" w="9525">
            <a:solidFill>
              <a:srgbClr val="444547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1" name="Google Shape;81;p16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2" name="Google Shape;82;p16"/>
          <p:cNvSpPr txBox="1"/>
          <p:nvPr>
            <p:ph idx="3" type="subTitle"/>
          </p:nvPr>
        </p:nvSpPr>
        <p:spPr>
          <a:xfrm>
            <a:off x="540000" y="4921525"/>
            <a:ext cx="48789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340">
          <p15:clr>
            <a:srgbClr val="FA7B17"/>
          </p15:clr>
        </p15:guide>
        <p15:guide id="2" pos="340">
          <p15:clr>
            <a:srgbClr val="E46962"/>
          </p15:clr>
        </p15:guide>
        <p15:guide id="3" orient="horz" pos="2901">
          <p15:clr>
            <a:srgbClr val="E46962"/>
          </p15:clr>
        </p15:guide>
        <p15:guide id="4" orient="horz" pos="3100">
          <p15:clr>
            <a:srgbClr val="E46962"/>
          </p15:clr>
        </p15:guide>
        <p15:guide id="5" pos="5417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block A 1">
  <p:cSld name="TITLE_AND_BODY_1_6_1_1_1_2">
    <p:bg>
      <p:bgPr>
        <a:solidFill>
          <a:schemeClr val="dk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537925" y="540000"/>
            <a:ext cx="8028900" cy="7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None/>
              <a:defRPr sz="3400">
                <a:solidFill>
                  <a:srgbClr val="FFFFFF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9pPr>
          </a:lstStyle>
          <a:p/>
        </p:txBody>
      </p:sp>
      <p:sp>
        <p:nvSpPr>
          <p:cNvPr id="85" name="Google Shape;85;p17"/>
          <p:cNvSpPr txBox="1"/>
          <p:nvPr>
            <p:ph idx="1" type="subTitle"/>
          </p:nvPr>
        </p:nvSpPr>
        <p:spPr>
          <a:xfrm>
            <a:off x="537125" y="1783825"/>
            <a:ext cx="8028900" cy="3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Inter SemiBold"/>
              <a:buNone/>
              <a:defRPr sz="22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86" name="Google Shape;86;p17"/>
          <p:cNvSpPr txBox="1"/>
          <p:nvPr>
            <p:ph idx="2" type="body"/>
          </p:nvPr>
        </p:nvSpPr>
        <p:spPr>
          <a:xfrm>
            <a:off x="542875" y="2318425"/>
            <a:ext cx="8028900" cy="22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rgbClr val="FFFFFF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rgbClr val="FFFFFF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9pPr>
          </a:lstStyle>
          <a:p/>
        </p:txBody>
      </p:sp>
      <p:grpSp>
        <p:nvGrpSpPr>
          <p:cNvPr id="87" name="Google Shape;87;p17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88" name="Google Shape;88;p17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9" name="Google Shape;89;p17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90" name="Google Shape;90;p17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91" name="Google Shape;91;p17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92" name="Google Shape;92;p17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cxnSp>
        <p:nvCxnSpPr>
          <p:cNvPr id="93" name="Google Shape;93;p17"/>
          <p:cNvCxnSpPr/>
          <p:nvPr/>
        </p:nvCxnSpPr>
        <p:spPr>
          <a:xfrm>
            <a:off x="235725" y="1584025"/>
            <a:ext cx="8692800" cy="0"/>
          </a:xfrm>
          <a:prstGeom prst="straightConnector1">
            <a:avLst/>
          </a:prstGeom>
          <a:noFill/>
          <a:ln cap="flat" cmpd="sng" w="9525">
            <a:solidFill>
              <a:srgbClr val="444547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4" name="Google Shape;94;p17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5" name="Google Shape;95;p17"/>
          <p:cNvSpPr txBox="1"/>
          <p:nvPr>
            <p:ph idx="3" type="subTitle"/>
          </p:nvPr>
        </p:nvSpPr>
        <p:spPr>
          <a:xfrm>
            <a:off x="540000" y="4921525"/>
            <a:ext cx="48789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  <p:sp>
        <p:nvSpPr>
          <p:cNvPr id="96" name="Google Shape;96;p17"/>
          <p:cNvSpPr txBox="1"/>
          <p:nvPr>
            <p:ph idx="4" type="subTitle"/>
          </p:nvPr>
        </p:nvSpPr>
        <p:spPr>
          <a:xfrm>
            <a:off x="537925" y="353075"/>
            <a:ext cx="36309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Geist Mono Medium"/>
              <a:buNone/>
              <a:defRPr sz="800">
                <a:solidFill>
                  <a:schemeClr val="accent1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340">
          <p15:clr>
            <a:srgbClr val="FA7B17"/>
          </p15:clr>
        </p15:guide>
        <p15:guide id="2" pos="340">
          <p15:clr>
            <a:srgbClr val="E46962"/>
          </p15:clr>
        </p15:guide>
        <p15:guide id="3" orient="horz" pos="2901">
          <p15:clr>
            <a:srgbClr val="E46962"/>
          </p15:clr>
        </p15:guide>
        <p15:guide id="4" orient="horz" pos="3100">
          <p15:clr>
            <a:srgbClr val="E46962"/>
          </p15:clr>
        </p15:guide>
        <p15:guide id="5" pos="5417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block A shape">
  <p:cSld name="TITLE_AND_BODY_1_6_1_1_1_1">
    <p:bg>
      <p:bgPr>
        <a:solidFill>
          <a:schemeClr val="dk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542875" y="2318425"/>
            <a:ext cx="8028900" cy="22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rgbClr val="FFFFFF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rgbClr val="FFFFFF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99" name="Google Shape;99;p18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0" name="Google Shape;100;p18"/>
          <p:cNvSpPr txBox="1"/>
          <p:nvPr>
            <p:ph idx="2" type="subTitle"/>
          </p:nvPr>
        </p:nvSpPr>
        <p:spPr>
          <a:xfrm>
            <a:off x="540000" y="4921525"/>
            <a:ext cx="48789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  <p:pic>
        <p:nvPicPr>
          <p:cNvPr id="101" name="Google Shape;101;p18" title="Symbol.png"/>
          <p:cNvPicPr preferRelativeResize="0"/>
          <p:nvPr/>
        </p:nvPicPr>
        <p:blipFill rotWithShape="1">
          <a:blip r:embed="rId2">
            <a:alphaModFix/>
          </a:blip>
          <a:srcRect b="0" l="0" r="46205" t="0"/>
          <a:stretch/>
        </p:blipFill>
        <p:spPr>
          <a:xfrm>
            <a:off x="8408076" y="243725"/>
            <a:ext cx="735924" cy="1340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8" title="Symbol-3.png"/>
          <p:cNvPicPr preferRelativeResize="0"/>
          <p:nvPr/>
        </p:nvPicPr>
        <p:blipFill rotWithShape="1">
          <a:blip r:embed="rId3">
            <a:alphaModFix/>
          </a:blip>
          <a:srcRect b="0" l="78305" r="0" t="0"/>
          <a:stretch/>
        </p:blipFill>
        <p:spPr>
          <a:xfrm>
            <a:off x="-6402" y="3695450"/>
            <a:ext cx="236525" cy="1220599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8"/>
          <p:cNvSpPr txBox="1"/>
          <p:nvPr>
            <p:ph type="title"/>
          </p:nvPr>
        </p:nvSpPr>
        <p:spPr>
          <a:xfrm>
            <a:off x="537925" y="540000"/>
            <a:ext cx="8028900" cy="7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None/>
              <a:defRPr sz="3400">
                <a:solidFill>
                  <a:srgbClr val="FFFFFF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9pPr>
          </a:lstStyle>
          <a:p/>
        </p:txBody>
      </p:sp>
      <p:sp>
        <p:nvSpPr>
          <p:cNvPr id="104" name="Google Shape;104;p18"/>
          <p:cNvSpPr txBox="1"/>
          <p:nvPr>
            <p:ph idx="3" type="subTitle"/>
          </p:nvPr>
        </p:nvSpPr>
        <p:spPr>
          <a:xfrm>
            <a:off x="537125" y="1783825"/>
            <a:ext cx="8028900" cy="3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Inter SemiBold"/>
              <a:buNone/>
              <a:defRPr sz="22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9pPr>
          </a:lstStyle>
          <a:p/>
        </p:txBody>
      </p:sp>
      <p:cxnSp>
        <p:nvCxnSpPr>
          <p:cNvPr id="105" name="Google Shape;105;p18"/>
          <p:cNvCxnSpPr/>
          <p:nvPr/>
        </p:nvCxnSpPr>
        <p:spPr>
          <a:xfrm>
            <a:off x="235725" y="1584025"/>
            <a:ext cx="8692800" cy="0"/>
          </a:xfrm>
          <a:prstGeom prst="straightConnector1">
            <a:avLst/>
          </a:prstGeom>
          <a:noFill/>
          <a:ln cap="flat" cmpd="sng" w="9525">
            <a:solidFill>
              <a:srgbClr val="444547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106" name="Google Shape;106;p18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107" name="Google Shape;107;p18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8" name="Google Shape;108;p18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9" name="Google Shape;109;p18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10" name="Google Shape;110;p18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11" name="Google Shape;111;p18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  <p:extLst>
    <p:ext uri="{DCECCB84-F9BA-43D5-87BE-67443E8EF086}">
      <p15:sldGuideLst>
        <p15:guide id="1" orient="horz" pos="340">
          <p15:clr>
            <a:srgbClr val="FA7B17"/>
          </p15:clr>
        </p15:guide>
        <p15:guide id="2" pos="340">
          <p15:clr>
            <a:srgbClr val="E46962"/>
          </p15:clr>
        </p15:guide>
        <p15:guide id="3" orient="horz" pos="2901">
          <p15:clr>
            <a:srgbClr val="E46962"/>
          </p15:clr>
        </p15:guide>
        <p15:guide id="4" orient="horz" pos="3100">
          <p15:clr>
            <a:srgbClr val="E46962"/>
          </p15:clr>
        </p15:guide>
        <p15:guide id="5" pos="5417">
          <p15:clr>
            <a:srgbClr val="E46962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block A shape 1">
  <p:cSld name="TITLE_AND_BODY_1_6_1_1_1_1_1">
    <p:bg>
      <p:bgPr>
        <a:solidFill>
          <a:schemeClr val="dk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 txBox="1"/>
          <p:nvPr>
            <p:ph idx="1" type="body"/>
          </p:nvPr>
        </p:nvSpPr>
        <p:spPr>
          <a:xfrm>
            <a:off x="542875" y="2318425"/>
            <a:ext cx="8028900" cy="22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rgbClr val="FFFFFF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rgbClr val="FFFFFF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14" name="Google Shape;114;p19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5" name="Google Shape;115;p19"/>
          <p:cNvSpPr txBox="1"/>
          <p:nvPr>
            <p:ph idx="2" type="subTitle"/>
          </p:nvPr>
        </p:nvSpPr>
        <p:spPr>
          <a:xfrm>
            <a:off x="540000" y="4921525"/>
            <a:ext cx="48789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  <p:pic>
        <p:nvPicPr>
          <p:cNvPr id="116" name="Google Shape;116;p19" title="Symbol.png"/>
          <p:cNvPicPr preferRelativeResize="0"/>
          <p:nvPr/>
        </p:nvPicPr>
        <p:blipFill rotWithShape="1">
          <a:blip r:embed="rId2">
            <a:alphaModFix/>
          </a:blip>
          <a:srcRect b="0" l="0" r="46205" t="0"/>
          <a:stretch/>
        </p:blipFill>
        <p:spPr>
          <a:xfrm>
            <a:off x="8408076" y="243725"/>
            <a:ext cx="735924" cy="1340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 title="Symbol-3.png"/>
          <p:cNvPicPr preferRelativeResize="0"/>
          <p:nvPr/>
        </p:nvPicPr>
        <p:blipFill rotWithShape="1">
          <a:blip r:embed="rId3">
            <a:alphaModFix/>
          </a:blip>
          <a:srcRect b="0" l="78305" r="0" t="0"/>
          <a:stretch/>
        </p:blipFill>
        <p:spPr>
          <a:xfrm>
            <a:off x="-6402" y="3695450"/>
            <a:ext cx="236525" cy="122059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9"/>
          <p:cNvSpPr txBox="1"/>
          <p:nvPr>
            <p:ph type="title"/>
          </p:nvPr>
        </p:nvSpPr>
        <p:spPr>
          <a:xfrm>
            <a:off x="537925" y="540000"/>
            <a:ext cx="8028900" cy="7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None/>
              <a:defRPr sz="3400">
                <a:solidFill>
                  <a:srgbClr val="FFFFFF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9pPr>
          </a:lstStyle>
          <a:p/>
        </p:txBody>
      </p:sp>
      <p:sp>
        <p:nvSpPr>
          <p:cNvPr id="119" name="Google Shape;119;p19"/>
          <p:cNvSpPr txBox="1"/>
          <p:nvPr>
            <p:ph idx="3" type="subTitle"/>
          </p:nvPr>
        </p:nvSpPr>
        <p:spPr>
          <a:xfrm>
            <a:off x="537125" y="1783825"/>
            <a:ext cx="8028900" cy="3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Inter SemiBold"/>
              <a:buNone/>
              <a:defRPr sz="22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None/>
              <a:defRPr>
                <a:solidFill>
                  <a:srgbClr val="FFFFFF"/>
                </a:solidFill>
              </a:defRPr>
            </a:lvl9pPr>
          </a:lstStyle>
          <a:p/>
        </p:txBody>
      </p:sp>
      <p:cxnSp>
        <p:nvCxnSpPr>
          <p:cNvPr id="120" name="Google Shape;120;p19"/>
          <p:cNvCxnSpPr/>
          <p:nvPr/>
        </p:nvCxnSpPr>
        <p:spPr>
          <a:xfrm>
            <a:off x="235725" y="1584025"/>
            <a:ext cx="8692800" cy="0"/>
          </a:xfrm>
          <a:prstGeom prst="straightConnector1">
            <a:avLst/>
          </a:prstGeom>
          <a:noFill/>
          <a:ln cap="flat" cmpd="sng" w="9525">
            <a:solidFill>
              <a:srgbClr val="444547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1" name="Google Shape;121;p19"/>
          <p:cNvSpPr txBox="1"/>
          <p:nvPr>
            <p:ph idx="4" type="subTitle"/>
          </p:nvPr>
        </p:nvSpPr>
        <p:spPr>
          <a:xfrm>
            <a:off x="537925" y="353075"/>
            <a:ext cx="36309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Geist Mono Medium"/>
              <a:buNone/>
              <a:defRPr sz="800">
                <a:solidFill>
                  <a:schemeClr val="accent1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grpSp>
        <p:nvGrpSpPr>
          <p:cNvPr id="122" name="Google Shape;122;p19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123" name="Google Shape;123;p19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24" name="Google Shape;124;p19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25" name="Google Shape;125;p19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26" name="Google Shape;126;p19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27" name="Google Shape;127;p19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  <p:extLst>
    <p:ext uri="{DCECCB84-F9BA-43D5-87BE-67443E8EF086}">
      <p15:sldGuideLst>
        <p15:guide id="1" orient="horz" pos="340">
          <p15:clr>
            <a:srgbClr val="FA7B17"/>
          </p15:clr>
        </p15:guide>
        <p15:guide id="2" pos="340">
          <p15:clr>
            <a:srgbClr val="E46962"/>
          </p15:clr>
        </p15:guide>
        <p15:guide id="3" orient="horz" pos="2901">
          <p15:clr>
            <a:srgbClr val="E46962"/>
          </p15:clr>
        </p15:guide>
        <p15:guide id="4" orient="horz" pos="3100">
          <p15:clr>
            <a:srgbClr val="E46962"/>
          </p15:clr>
        </p15:guide>
        <p15:guide id="5" pos="5417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 1 block B">
  <p:cSld name="TITLE_AND_BODY_1_4_1_1_1">
    <p:bg>
      <p:bgPr>
        <a:solidFill>
          <a:schemeClr val="dk1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0"/>
          <p:cNvSpPr txBox="1"/>
          <p:nvPr>
            <p:ph idx="1" type="body"/>
          </p:nvPr>
        </p:nvSpPr>
        <p:spPr>
          <a:xfrm>
            <a:off x="545768" y="1055150"/>
            <a:ext cx="8052600" cy="35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rgbClr val="FFFFFF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rgbClr val="FFFFFF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9pPr>
          </a:lstStyle>
          <a:p/>
        </p:txBody>
      </p:sp>
      <p:grpSp>
        <p:nvGrpSpPr>
          <p:cNvPr id="130" name="Google Shape;130;p20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131" name="Google Shape;131;p20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2" name="Google Shape;132;p20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3" name="Google Shape;133;p20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4" name="Google Shape;134;p20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5" name="Google Shape;135;p20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36" name="Google Shape;136;p20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7" name="Google Shape;137;p20"/>
          <p:cNvSpPr txBox="1"/>
          <p:nvPr>
            <p:ph idx="2" type="subTitle"/>
          </p:nvPr>
        </p:nvSpPr>
        <p:spPr>
          <a:xfrm>
            <a:off x="540000" y="4921525"/>
            <a:ext cx="48789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  <p:sp>
        <p:nvSpPr>
          <p:cNvPr id="138" name="Google Shape;138;p20"/>
          <p:cNvSpPr txBox="1"/>
          <p:nvPr>
            <p:ph idx="3" type="subTitle"/>
          </p:nvPr>
        </p:nvSpPr>
        <p:spPr>
          <a:xfrm>
            <a:off x="540000" y="353075"/>
            <a:ext cx="36309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Geist Mono Medium"/>
              <a:buNone/>
              <a:defRPr sz="800">
                <a:solidFill>
                  <a:schemeClr val="accent1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39" name="Google Shape;139;p20"/>
          <p:cNvSpPr txBox="1"/>
          <p:nvPr>
            <p:ph type="title"/>
          </p:nvPr>
        </p:nvSpPr>
        <p:spPr>
          <a:xfrm>
            <a:off x="537125" y="540000"/>
            <a:ext cx="8113200" cy="51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i="0" sz="2200" u="none" cap="none" strike="noStrike">
                <a:solidFill>
                  <a:schemeClr val="lt1"/>
                </a:solidFill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5416">
          <p15:clr>
            <a:srgbClr val="FA7B17"/>
          </p15:clr>
        </p15:guide>
        <p15:guide id="2" orient="horz" pos="340">
          <p15:clr>
            <a:srgbClr val="FA7B17"/>
          </p15:clr>
        </p15:guide>
        <p15:guide id="3" pos="344">
          <p15:clr>
            <a:srgbClr val="E46962"/>
          </p15:clr>
        </p15:guide>
        <p15:guide id="4" orient="horz" pos="2901">
          <p15:clr>
            <a:srgbClr val="E46962"/>
          </p15:clr>
        </p15:guide>
        <p15:guide id="5" orient="horz" pos="3100">
          <p15:clr>
            <a:srgbClr val="E46962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 1 block B 1">
  <p:cSld name="TITLE_AND_BODY_1_4_1_1_1_1">
    <p:bg>
      <p:bgPr>
        <a:solidFill>
          <a:schemeClr val="dk1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1"/>
          <p:cNvSpPr txBox="1"/>
          <p:nvPr>
            <p:ph idx="1" type="body"/>
          </p:nvPr>
        </p:nvSpPr>
        <p:spPr>
          <a:xfrm>
            <a:off x="545775" y="1272875"/>
            <a:ext cx="8052600" cy="333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rgbClr val="FFFFFF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rgbClr val="FFFFFF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9pPr>
          </a:lstStyle>
          <a:p/>
        </p:txBody>
      </p:sp>
      <p:grpSp>
        <p:nvGrpSpPr>
          <p:cNvPr id="142" name="Google Shape;142;p21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143" name="Google Shape;143;p21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4" name="Google Shape;144;p21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5" name="Google Shape;145;p21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6" name="Google Shape;146;p21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7" name="Google Shape;147;p21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48" name="Google Shape;148;p21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9" name="Google Shape;149;p21"/>
          <p:cNvSpPr txBox="1"/>
          <p:nvPr>
            <p:ph idx="2" type="subTitle"/>
          </p:nvPr>
        </p:nvSpPr>
        <p:spPr>
          <a:xfrm>
            <a:off x="540000" y="4921525"/>
            <a:ext cx="48789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  <p:sp>
        <p:nvSpPr>
          <p:cNvPr id="150" name="Google Shape;150;p21"/>
          <p:cNvSpPr txBox="1"/>
          <p:nvPr>
            <p:ph idx="3" type="subTitle"/>
          </p:nvPr>
        </p:nvSpPr>
        <p:spPr>
          <a:xfrm>
            <a:off x="540000" y="1055150"/>
            <a:ext cx="36309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Geist Mono Medium"/>
              <a:buNone/>
              <a:defRPr sz="800">
                <a:solidFill>
                  <a:schemeClr val="accent1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51" name="Google Shape;151;p21"/>
          <p:cNvSpPr txBox="1"/>
          <p:nvPr>
            <p:ph type="title"/>
          </p:nvPr>
        </p:nvSpPr>
        <p:spPr>
          <a:xfrm>
            <a:off x="537125" y="540000"/>
            <a:ext cx="8113200" cy="51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i="0" sz="2200" u="none" cap="none" strike="noStrike">
                <a:solidFill>
                  <a:schemeClr val="lt1"/>
                </a:solidFill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5416">
          <p15:clr>
            <a:srgbClr val="FA7B17"/>
          </p15:clr>
        </p15:guide>
        <p15:guide id="2" orient="horz" pos="340">
          <p15:clr>
            <a:srgbClr val="FA7B17"/>
          </p15:clr>
        </p15:guide>
        <p15:guide id="3" pos="344">
          <p15:clr>
            <a:srgbClr val="E46962"/>
          </p15:clr>
        </p15:guide>
        <p15:guide id="4" orient="horz" pos="2901">
          <p15:clr>
            <a:srgbClr val="E46962"/>
          </p15:clr>
        </p15:guide>
        <p15:guide id="5" orient="horz" pos="3100">
          <p15:clr>
            <a:srgbClr val="E46962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left aligned A">
  <p:cSld name="BLANK_1_1_1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Google Shape;153;p22" title="New_Section cover 6.png"/>
          <p:cNvPicPr preferRelativeResize="0"/>
          <p:nvPr/>
        </p:nvPicPr>
        <p:blipFill rotWithShape="1">
          <a:blip r:embed="rId2">
            <a:alphaModFix/>
          </a:blip>
          <a:srcRect b="209" l="0" r="0" t="209"/>
          <a:stretch/>
        </p:blipFill>
        <p:spPr>
          <a:xfrm>
            <a:off x="-27062" y="-15175"/>
            <a:ext cx="9236381" cy="5173851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22"/>
          <p:cNvSpPr txBox="1"/>
          <p:nvPr>
            <p:ph type="title"/>
          </p:nvPr>
        </p:nvSpPr>
        <p:spPr>
          <a:xfrm>
            <a:off x="537913" y="1491750"/>
            <a:ext cx="648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0">
            <a:noAutofit/>
          </a:bodyPr>
          <a:lstStyle>
            <a:lvl1pPr lv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Funnel Display ExtraBold"/>
              <a:buNone/>
              <a:defRPr b="0" i="0" u="none" cap="none" strike="noStrike">
                <a:solidFill>
                  <a:srgbClr val="FFFFFF"/>
                </a:solidFill>
                <a:latin typeface="Funnel Display ExtraBold"/>
                <a:ea typeface="Funnel Display ExtraBold"/>
                <a:cs typeface="Funnel Display ExtraBold"/>
                <a:sym typeface="Funnel Display ExtraBold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/>
        </p:txBody>
      </p:sp>
      <p:sp>
        <p:nvSpPr>
          <p:cNvPr id="155" name="Google Shape;155;p2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339">
          <p15:clr>
            <a:srgbClr val="E46962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left aligned B">
  <p:cSld name="BLANK_1_1_1_3"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23" title="New_Section cover 4.png"/>
          <p:cNvPicPr preferRelativeResize="0"/>
          <p:nvPr/>
        </p:nvPicPr>
        <p:blipFill rotWithShape="1">
          <a:blip r:embed="rId2">
            <a:alphaModFix/>
          </a:blip>
          <a:srcRect b="209" l="0" r="0" t="209"/>
          <a:stretch/>
        </p:blipFill>
        <p:spPr>
          <a:xfrm>
            <a:off x="-27062" y="-15175"/>
            <a:ext cx="9236381" cy="5173851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9" name="Google Shape;159;p23"/>
          <p:cNvSpPr txBox="1"/>
          <p:nvPr>
            <p:ph type="title"/>
          </p:nvPr>
        </p:nvSpPr>
        <p:spPr>
          <a:xfrm>
            <a:off x="537913" y="1491750"/>
            <a:ext cx="648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0">
            <a:noAutofit/>
          </a:bodyPr>
          <a:lstStyle>
            <a:lvl1pPr lv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Funnel Display ExtraBold"/>
              <a:buNone/>
              <a:defRPr b="0" i="0" u="none" cap="none" strike="noStrike">
                <a:solidFill>
                  <a:srgbClr val="FFFFFF"/>
                </a:solidFill>
                <a:latin typeface="Funnel Display ExtraBold"/>
                <a:ea typeface="Funnel Display ExtraBold"/>
                <a:cs typeface="Funnel Display ExtraBold"/>
                <a:sym typeface="Funnel Display ExtraBold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left aligned C">
  <p:cSld name="BLANK_1_1_1_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Google Shape;161;p24" title="New_Section cover 2.png"/>
          <p:cNvPicPr preferRelativeResize="0"/>
          <p:nvPr/>
        </p:nvPicPr>
        <p:blipFill rotWithShape="1">
          <a:blip r:embed="rId2">
            <a:alphaModFix/>
          </a:blip>
          <a:srcRect b="209" l="0" r="0" t="209"/>
          <a:stretch/>
        </p:blipFill>
        <p:spPr>
          <a:xfrm>
            <a:off x="-27050" y="-15175"/>
            <a:ext cx="9236381" cy="5173851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2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3" name="Google Shape;163;p24"/>
          <p:cNvSpPr txBox="1"/>
          <p:nvPr>
            <p:ph type="title"/>
          </p:nvPr>
        </p:nvSpPr>
        <p:spPr>
          <a:xfrm>
            <a:off x="537913" y="1491750"/>
            <a:ext cx="648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0">
            <a:noAutofit/>
          </a:bodyPr>
          <a:lstStyle>
            <a:lvl1pPr lv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Funnel Display ExtraBold"/>
              <a:buNone/>
              <a:defRPr b="0" i="0" u="none" cap="none" strike="noStrike">
                <a:solidFill>
                  <a:srgbClr val="FFFFFF"/>
                </a:solidFill>
                <a:latin typeface="Funnel Display ExtraBold"/>
                <a:ea typeface="Funnel Display ExtraBold"/>
                <a:cs typeface="Funnel Display ExtraBold"/>
                <a:sym typeface="Funnel Display ExtraBold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Center A">
  <p:cSld name="BLANK_1_1_1_1">
    <p:bg>
      <p:bgPr>
        <a:solidFill>
          <a:schemeClr val="accent6"/>
        </a:soli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25" title="New_Section cover 3.png"/>
          <p:cNvPicPr preferRelativeResize="0"/>
          <p:nvPr/>
        </p:nvPicPr>
        <p:blipFill rotWithShape="1">
          <a:blip r:embed="rId2">
            <a:alphaModFix/>
          </a:blip>
          <a:srcRect b="209" l="0" r="0" t="209"/>
          <a:stretch/>
        </p:blipFill>
        <p:spPr>
          <a:xfrm>
            <a:off x="-27050" y="-15175"/>
            <a:ext cx="9236381" cy="5173851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5"/>
          <p:cNvSpPr txBox="1"/>
          <p:nvPr>
            <p:ph type="title"/>
          </p:nvPr>
        </p:nvSpPr>
        <p:spPr>
          <a:xfrm>
            <a:off x="2018400" y="1801750"/>
            <a:ext cx="5107200" cy="9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0">
            <a:no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Funnel Display ExtraBold"/>
              <a:buNone/>
              <a:defRPr b="0" i="0" u="none" cap="none" strike="noStrike">
                <a:solidFill>
                  <a:srgbClr val="FFFFFF"/>
                </a:solidFill>
                <a:latin typeface="Funnel Display ExtraBold"/>
                <a:ea typeface="Funnel Display ExtraBold"/>
                <a:cs typeface="Funnel Display ExtraBold"/>
                <a:sym typeface="Funnel Display ExtraBold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/>
        </p:txBody>
      </p:sp>
      <p:sp>
        <p:nvSpPr>
          <p:cNvPr id="167" name="Google Shape;167;p25"/>
          <p:cNvSpPr txBox="1"/>
          <p:nvPr>
            <p:ph idx="1" type="subTitle"/>
          </p:nvPr>
        </p:nvSpPr>
        <p:spPr>
          <a:xfrm>
            <a:off x="2068800" y="3107425"/>
            <a:ext cx="5006400" cy="2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0">
            <a:noAutofit/>
          </a:bodyPr>
          <a:lstStyle>
            <a:lvl1pPr lvl="0" marR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i="0" sz="1400" u="none" cap="none" strike="noStrike">
                <a:solidFill>
                  <a:srgbClr val="FFFFFF"/>
                </a:solidFill>
              </a:defRPr>
            </a:lvl1pPr>
            <a:lvl2pPr lvl="1" marR="0" algn="ctr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Nunito Sans Light"/>
              <a:buNone/>
              <a:defRPr b="0" i="0" sz="1000" u="none" cap="none" strike="noStrike">
                <a:solidFill>
                  <a:srgbClr val="FFFFFF"/>
                </a:solidFill>
                <a:latin typeface="Nunito Sans Light"/>
                <a:ea typeface="Nunito Sans Light"/>
                <a:cs typeface="Nunito Sans Light"/>
                <a:sym typeface="Nunito Sans Light"/>
              </a:defRPr>
            </a:lvl2pPr>
            <a:lvl3pPr lvl="2" marR="0" algn="ctr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Nunito Sans Light"/>
              <a:buNone/>
              <a:defRPr b="0" i="0" sz="1000" u="none" cap="none" strike="noStrike">
                <a:solidFill>
                  <a:srgbClr val="FFFFFF"/>
                </a:solidFill>
                <a:latin typeface="Nunito Sans Light"/>
                <a:ea typeface="Nunito Sans Light"/>
                <a:cs typeface="Nunito Sans Light"/>
                <a:sym typeface="Nunito Sans Light"/>
              </a:defRPr>
            </a:lvl3pPr>
            <a:lvl4pPr lvl="3" marR="0" algn="ctr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Nunito Sans Light"/>
              <a:buNone/>
              <a:defRPr b="0" i="0" sz="1000" u="none" cap="none" strike="noStrike">
                <a:solidFill>
                  <a:srgbClr val="FFFFFF"/>
                </a:solidFill>
                <a:latin typeface="Nunito Sans Light"/>
                <a:ea typeface="Nunito Sans Light"/>
                <a:cs typeface="Nunito Sans Light"/>
                <a:sym typeface="Nunito Sans Light"/>
              </a:defRPr>
            </a:lvl4pPr>
            <a:lvl5pPr lvl="4" marR="0" algn="ctr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Nunito Sans Light"/>
              <a:buNone/>
              <a:defRPr b="0" i="0" sz="1000" u="none" cap="none" strike="noStrike">
                <a:solidFill>
                  <a:srgbClr val="FFFFFF"/>
                </a:solidFill>
                <a:latin typeface="Nunito Sans Light"/>
                <a:ea typeface="Nunito Sans Light"/>
                <a:cs typeface="Nunito Sans Light"/>
                <a:sym typeface="Nunito Sans Light"/>
              </a:defRPr>
            </a:lvl5pPr>
            <a:lvl6pPr lvl="5" marR="0" algn="ctr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Nunito Sans Light"/>
              <a:buNone/>
              <a:defRPr b="0" i="0" sz="1000" u="none" cap="none" strike="noStrike">
                <a:solidFill>
                  <a:srgbClr val="FFFFFF"/>
                </a:solidFill>
                <a:latin typeface="Nunito Sans Light"/>
                <a:ea typeface="Nunito Sans Light"/>
                <a:cs typeface="Nunito Sans Light"/>
                <a:sym typeface="Nunito Sans Light"/>
              </a:defRPr>
            </a:lvl6pPr>
            <a:lvl7pPr lvl="6" marR="0" algn="ctr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Nunito Sans Light"/>
              <a:buNone/>
              <a:defRPr b="0" i="0" sz="1000" u="none" cap="none" strike="noStrike">
                <a:solidFill>
                  <a:srgbClr val="FFFFFF"/>
                </a:solidFill>
                <a:latin typeface="Nunito Sans Light"/>
                <a:ea typeface="Nunito Sans Light"/>
                <a:cs typeface="Nunito Sans Light"/>
                <a:sym typeface="Nunito Sans Light"/>
              </a:defRPr>
            </a:lvl7pPr>
            <a:lvl8pPr lvl="7" marR="0" algn="ctr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Nunito Sans Light"/>
              <a:buNone/>
              <a:defRPr b="0" i="0" sz="1000" u="none" cap="none" strike="noStrike">
                <a:solidFill>
                  <a:srgbClr val="FFFFFF"/>
                </a:solidFill>
                <a:latin typeface="Nunito Sans Light"/>
                <a:ea typeface="Nunito Sans Light"/>
                <a:cs typeface="Nunito Sans Light"/>
                <a:sym typeface="Nunito Sans Light"/>
              </a:defRPr>
            </a:lvl8pPr>
            <a:lvl9pPr lvl="8" marR="0" algn="ctr">
              <a:lnSpc>
                <a:spcPct val="115000"/>
              </a:lnSpc>
              <a:spcBef>
                <a:spcPts val="1500"/>
              </a:spcBef>
              <a:spcAft>
                <a:spcPts val="1500"/>
              </a:spcAft>
              <a:buClr>
                <a:srgbClr val="FFFFFF"/>
              </a:buClr>
              <a:buSzPts val="1000"/>
              <a:buFont typeface="Nunito Sans Light"/>
              <a:buNone/>
              <a:defRPr b="0" i="0" sz="1000" u="none" cap="none" strike="noStrike">
                <a:solidFill>
                  <a:srgbClr val="FFFFFF"/>
                </a:solidFill>
                <a:latin typeface="Nunito Sans Light"/>
                <a:ea typeface="Nunito Sans Light"/>
                <a:cs typeface="Nunito Sans Light"/>
                <a:sym typeface="Nunito Sans Light"/>
              </a:defRPr>
            </a:lvl9pPr>
          </a:lstStyle>
          <a:p/>
        </p:txBody>
      </p:sp>
      <p:sp>
        <p:nvSpPr>
          <p:cNvPr id="168" name="Google Shape;168;p2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Center B">
  <p:cSld name="BLANK_1_1_1_1_1">
    <p:bg>
      <p:bgPr>
        <a:solidFill>
          <a:schemeClr val="accent6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Google Shape;170;p26" title="New_Section cover 5.png"/>
          <p:cNvPicPr preferRelativeResize="0"/>
          <p:nvPr/>
        </p:nvPicPr>
        <p:blipFill rotWithShape="1">
          <a:blip r:embed="rId2">
            <a:alphaModFix/>
          </a:blip>
          <a:srcRect b="209" l="0" r="0" t="209"/>
          <a:stretch/>
        </p:blipFill>
        <p:spPr>
          <a:xfrm>
            <a:off x="-27062" y="-15175"/>
            <a:ext cx="9236381" cy="5173851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26"/>
          <p:cNvSpPr txBox="1"/>
          <p:nvPr>
            <p:ph type="title"/>
          </p:nvPr>
        </p:nvSpPr>
        <p:spPr>
          <a:xfrm>
            <a:off x="2018400" y="1801750"/>
            <a:ext cx="5107200" cy="9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0">
            <a:no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Funnel Display ExtraBold"/>
              <a:buNone/>
              <a:defRPr b="0" i="0" u="none" cap="none" strike="noStrike">
                <a:solidFill>
                  <a:srgbClr val="FFFFFF"/>
                </a:solidFill>
                <a:latin typeface="Funnel Display ExtraBold"/>
                <a:ea typeface="Funnel Display ExtraBold"/>
                <a:cs typeface="Funnel Display ExtraBold"/>
                <a:sym typeface="Funnel Display ExtraBold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Funnel Display ExtraBold"/>
              <a:buNone/>
              <a:defRPr i="0" sz="4000" u="none" cap="none" strike="noStrike">
                <a:solidFill>
                  <a:srgbClr val="FFFFFF"/>
                </a:solidFill>
                <a:latin typeface="Funnel Display ExtraBold"/>
                <a:ea typeface="Funnel Display ExtraBold"/>
                <a:cs typeface="Funnel Display ExtraBold"/>
                <a:sym typeface="Funnel Display ExtraBold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Funnel Display ExtraBold"/>
              <a:buNone/>
              <a:defRPr i="0" sz="4000" u="none" cap="none" strike="noStrike">
                <a:solidFill>
                  <a:srgbClr val="FFFFFF"/>
                </a:solidFill>
                <a:latin typeface="Funnel Display ExtraBold"/>
                <a:ea typeface="Funnel Display ExtraBold"/>
                <a:cs typeface="Funnel Display ExtraBold"/>
                <a:sym typeface="Funnel Display ExtraBold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Funnel Display ExtraBold"/>
              <a:buNone/>
              <a:defRPr i="0" sz="4000" u="none" cap="none" strike="noStrike">
                <a:solidFill>
                  <a:srgbClr val="FFFFFF"/>
                </a:solidFill>
                <a:latin typeface="Funnel Display ExtraBold"/>
                <a:ea typeface="Funnel Display ExtraBold"/>
                <a:cs typeface="Funnel Display ExtraBold"/>
                <a:sym typeface="Funnel Display ExtraBold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Funnel Display ExtraBold"/>
              <a:buNone/>
              <a:defRPr i="0" sz="4000" u="none" cap="none" strike="noStrike">
                <a:solidFill>
                  <a:srgbClr val="FFFFFF"/>
                </a:solidFill>
                <a:latin typeface="Funnel Display ExtraBold"/>
                <a:ea typeface="Funnel Display ExtraBold"/>
                <a:cs typeface="Funnel Display ExtraBold"/>
                <a:sym typeface="Funnel Display ExtraBold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Funnel Display ExtraBold"/>
              <a:buNone/>
              <a:defRPr i="0" sz="4000" u="none" cap="none" strike="noStrike">
                <a:solidFill>
                  <a:srgbClr val="FFFFFF"/>
                </a:solidFill>
                <a:latin typeface="Funnel Display ExtraBold"/>
                <a:ea typeface="Funnel Display ExtraBold"/>
                <a:cs typeface="Funnel Display ExtraBold"/>
                <a:sym typeface="Funnel Display ExtraBold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Funnel Display ExtraBold"/>
              <a:buNone/>
              <a:defRPr i="0" sz="4000" u="none" cap="none" strike="noStrike">
                <a:solidFill>
                  <a:srgbClr val="FFFFFF"/>
                </a:solidFill>
                <a:latin typeface="Funnel Display ExtraBold"/>
                <a:ea typeface="Funnel Display ExtraBold"/>
                <a:cs typeface="Funnel Display ExtraBold"/>
                <a:sym typeface="Funnel Display ExtraBold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Funnel Display ExtraBold"/>
              <a:buNone/>
              <a:defRPr i="0" sz="4000" u="none" cap="none" strike="noStrike">
                <a:solidFill>
                  <a:srgbClr val="FFFFFF"/>
                </a:solidFill>
                <a:latin typeface="Funnel Display ExtraBold"/>
                <a:ea typeface="Funnel Display ExtraBold"/>
                <a:cs typeface="Funnel Display ExtraBold"/>
                <a:sym typeface="Funnel Display ExtraBold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Funnel Display ExtraBold"/>
              <a:buNone/>
              <a:defRPr i="0" sz="4000" u="none" cap="none" strike="noStrike">
                <a:solidFill>
                  <a:srgbClr val="FFFFFF"/>
                </a:solidFill>
                <a:latin typeface="Funnel Display ExtraBold"/>
                <a:ea typeface="Funnel Display ExtraBold"/>
                <a:cs typeface="Funnel Display ExtraBold"/>
                <a:sym typeface="Funnel Display ExtraBold"/>
              </a:defRPr>
            </a:lvl9pPr>
          </a:lstStyle>
          <a:p/>
        </p:txBody>
      </p:sp>
      <p:sp>
        <p:nvSpPr>
          <p:cNvPr id="172" name="Google Shape;172;p26"/>
          <p:cNvSpPr txBox="1"/>
          <p:nvPr>
            <p:ph idx="1" type="subTitle"/>
          </p:nvPr>
        </p:nvSpPr>
        <p:spPr>
          <a:xfrm>
            <a:off x="2068800" y="3107425"/>
            <a:ext cx="5006400" cy="2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0">
            <a:noAutofit/>
          </a:bodyPr>
          <a:lstStyle>
            <a:lvl1pPr lvl="0" marR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i="0" sz="1400" u="none" cap="none" strike="noStrike">
                <a:solidFill>
                  <a:srgbClr val="FFFFFF"/>
                </a:solidFill>
              </a:defRPr>
            </a:lvl1pPr>
            <a:lvl2pPr lvl="1" marR="0" algn="ctr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Nunito Sans Light"/>
              <a:buNone/>
              <a:defRPr b="0" i="0" sz="1000" u="none" cap="none" strike="noStrike">
                <a:solidFill>
                  <a:srgbClr val="FFFFFF"/>
                </a:solidFill>
                <a:latin typeface="Nunito Sans Light"/>
                <a:ea typeface="Nunito Sans Light"/>
                <a:cs typeface="Nunito Sans Light"/>
                <a:sym typeface="Nunito Sans Light"/>
              </a:defRPr>
            </a:lvl2pPr>
            <a:lvl3pPr lvl="2" marR="0" algn="ctr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Nunito Sans Light"/>
              <a:buNone/>
              <a:defRPr b="0" i="0" sz="1000" u="none" cap="none" strike="noStrike">
                <a:solidFill>
                  <a:srgbClr val="FFFFFF"/>
                </a:solidFill>
                <a:latin typeface="Nunito Sans Light"/>
                <a:ea typeface="Nunito Sans Light"/>
                <a:cs typeface="Nunito Sans Light"/>
                <a:sym typeface="Nunito Sans Light"/>
              </a:defRPr>
            </a:lvl3pPr>
            <a:lvl4pPr lvl="3" marR="0" algn="ctr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Nunito Sans Light"/>
              <a:buNone/>
              <a:defRPr b="0" i="0" sz="1000" u="none" cap="none" strike="noStrike">
                <a:solidFill>
                  <a:srgbClr val="FFFFFF"/>
                </a:solidFill>
                <a:latin typeface="Nunito Sans Light"/>
                <a:ea typeface="Nunito Sans Light"/>
                <a:cs typeface="Nunito Sans Light"/>
                <a:sym typeface="Nunito Sans Light"/>
              </a:defRPr>
            </a:lvl4pPr>
            <a:lvl5pPr lvl="4" marR="0" algn="ctr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Nunito Sans Light"/>
              <a:buNone/>
              <a:defRPr b="0" i="0" sz="1000" u="none" cap="none" strike="noStrike">
                <a:solidFill>
                  <a:srgbClr val="FFFFFF"/>
                </a:solidFill>
                <a:latin typeface="Nunito Sans Light"/>
                <a:ea typeface="Nunito Sans Light"/>
                <a:cs typeface="Nunito Sans Light"/>
                <a:sym typeface="Nunito Sans Light"/>
              </a:defRPr>
            </a:lvl5pPr>
            <a:lvl6pPr lvl="5" marR="0" algn="ctr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Nunito Sans Light"/>
              <a:buNone/>
              <a:defRPr b="0" i="0" sz="1000" u="none" cap="none" strike="noStrike">
                <a:solidFill>
                  <a:srgbClr val="FFFFFF"/>
                </a:solidFill>
                <a:latin typeface="Nunito Sans Light"/>
                <a:ea typeface="Nunito Sans Light"/>
                <a:cs typeface="Nunito Sans Light"/>
                <a:sym typeface="Nunito Sans Light"/>
              </a:defRPr>
            </a:lvl6pPr>
            <a:lvl7pPr lvl="6" marR="0" algn="ctr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Nunito Sans Light"/>
              <a:buNone/>
              <a:defRPr b="0" i="0" sz="1000" u="none" cap="none" strike="noStrike">
                <a:solidFill>
                  <a:srgbClr val="FFFFFF"/>
                </a:solidFill>
                <a:latin typeface="Nunito Sans Light"/>
                <a:ea typeface="Nunito Sans Light"/>
                <a:cs typeface="Nunito Sans Light"/>
                <a:sym typeface="Nunito Sans Light"/>
              </a:defRPr>
            </a:lvl7pPr>
            <a:lvl8pPr lvl="7" marR="0" algn="ctr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Nunito Sans Light"/>
              <a:buNone/>
              <a:defRPr b="0" i="0" sz="1000" u="none" cap="none" strike="noStrike">
                <a:solidFill>
                  <a:srgbClr val="FFFFFF"/>
                </a:solidFill>
                <a:latin typeface="Nunito Sans Light"/>
                <a:ea typeface="Nunito Sans Light"/>
                <a:cs typeface="Nunito Sans Light"/>
                <a:sym typeface="Nunito Sans Light"/>
              </a:defRPr>
            </a:lvl8pPr>
            <a:lvl9pPr lvl="8" marR="0" algn="ctr">
              <a:lnSpc>
                <a:spcPct val="115000"/>
              </a:lnSpc>
              <a:spcBef>
                <a:spcPts val="1500"/>
              </a:spcBef>
              <a:spcAft>
                <a:spcPts val="1500"/>
              </a:spcAft>
              <a:buClr>
                <a:srgbClr val="FFFFFF"/>
              </a:buClr>
              <a:buSzPts val="1000"/>
              <a:buFont typeface="Nunito Sans Light"/>
              <a:buNone/>
              <a:defRPr b="0" i="0" sz="1000" u="none" cap="none" strike="noStrike">
                <a:solidFill>
                  <a:srgbClr val="FFFFFF"/>
                </a:solidFill>
                <a:latin typeface="Nunito Sans Light"/>
                <a:ea typeface="Nunito Sans Light"/>
                <a:cs typeface="Nunito Sans Light"/>
                <a:sym typeface="Nunito Sans Light"/>
              </a:defRPr>
            </a:lvl9pPr>
          </a:lstStyle>
          <a:p/>
        </p:txBody>
      </p:sp>
      <p:sp>
        <p:nvSpPr>
          <p:cNvPr id="173" name="Google Shape;173;p2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Center C">
  <p:cSld name="BLANK_1_1_1_1_1_1">
    <p:bg>
      <p:bgPr>
        <a:solidFill>
          <a:schemeClr val="accent6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27" title="New_Section cover 1.png"/>
          <p:cNvPicPr preferRelativeResize="0"/>
          <p:nvPr/>
        </p:nvPicPr>
        <p:blipFill rotWithShape="1">
          <a:blip r:embed="rId2">
            <a:alphaModFix/>
          </a:blip>
          <a:srcRect b="209" l="0" r="0" t="209"/>
          <a:stretch/>
        </p:blipFill>
        <p:spPr>
          <a:xfrm>
            <a:off x="-27062" y="-15175"/>
            <a:ext cx="9236381" cy="5173851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/>
          <p:cNvSpPr txBox="1"/>
          <p:nvPr>
            <p:ph type="title"/>
          </p:nvPr>
        </p:nvSpPr>
        <p:spPr>
          <a:xfrm>
            <a:off x="2018400" y="1801750"/>
            <a:ext cx="5107200" cy="9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0">
            <a:no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Funnel Display ExtraBold"/>
              <a:buNone/>
              <a:defRPr b="0" i="0" u="none" cap="none" strike="noStrike">
                <a:solidFill>
                  <a:srgbClr val="FFFFFF"/>
                </a:solidFill>
                <a:latin typeface="Funnel Display ExtraBold"/>
                <a:ea typeface="Funnel Display ExtraBold"/>
                <a:cs typeface="Funnel Display ExtraBold"/>
                <a:sym typeface="Funnel Display ExtraBold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Funnel Display ExtraBold"/>
              <a:buNone/>
              <a:defRPr i="0" sz="4000" u="none" cap="none" strike="noStrike">
                <a:solidFill>
                  <a:srgbClr val="FFFFFF"/>
                </a:solidFill>
                <a:latin typeface="Funnel Display ExtraBold"/>
                <a:ea typeface="Funnel Display ExtraBold"/>
                <a:cs typeface="Funnel Display ExtraBold"/>
                <a:sym typeface="Funnel Display ExtraBold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Funnel Display ExtraBold"/>
              <a:buNone/>
              <a:defRPr i="0" sz="4000" u="none" cap="none" strike="noStrike">
                <a:solidFill>
                  <a:srgbClr val="FFFFFF"/>
                </a:solidFill>
                <a:latin typeface="Funnel Display ExtraBold"/>
                <a:ea typeface="Funnel Display ExtraBold"/>
                <a:cs typeface="Funnel Display ExtraBold"/>
                <a:sym typeface="Funnel Display ExtraBold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Funnel Display ExtraBold"/>
              <a:buNone/>
              <a:defRPr i="0" sz="4000" u="none" cap="none" strike="noStrike">
                <a:solidFill>
                  <a:srgbClr val="FFFFFF"/>
                </a:solidFill>
                <a:latin typeface="Funnel Display ExtraBold"/>
                <a:ea typeface="Funnel Display ExtraBold"/>
                <a:cs typeface="Funnel Display ExtraBold"/>
                <a:sym typeface="Funnel Display ExtraBold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Funnel Display ExtraBold"/>
              <a:buNone/>
              <a:defRPr i="0" sz="4000" u="none" cap="none" strike="noStrike">
                <a:solidFill>
                  <a:srgbClr val="FFFFFF"/>
                </a:solidFill>
                <a:latin typeface="Funnel Display ExtraBold"/>
                <a:ea typeface="Funnel Display ExtraBold"/>
                <a:cs typeface="Funnel Display ExtraBold"/>
                <a:sym typeface="Funnel Display ExtraBold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Funnel Display ExtraBold"/>
              <a:buNone/>
              <a:defRPr i="0" sz="4000" u="none" cap="none" strike="noStrike">
                <a:solidFill>
                  <a:srgbClr val="FFFFFF"/>
                </a:solidFill>
                <a:latin typeface="Funnel Display ExtraBold"/>
                <a:ea typeface="Funnel Display ExtraBold"/>
                <a:cs typeface="Funnel Display ExtraBold"/>
                <a:sym typeface="Funnel Display ExtraBold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Funnel Display ExtraBold"/>
              <a:buNone/>
              <a:defRPr i="0" sz="4000" u="none" cap="none" strike="noStrike">
                <a:solidFill>
                  <a:srgbClr val="FFFFFF"/>
                </a:solidFill>
                <a:latin typeface="Funnel Display ExtraBold"/>
                <a:ea typeface="Funnel Display ExtraBold"/>
                <a:cs typeface="Funnel Display ExtraBold"/>
                <a:sym typeface="Funnel Display ExtraBold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Funnel Display ExtraBold"/>
              <a:buNone/>
              <a:defRPr i="0" sz="4000" u="none" cap="none" strike="noStrike">
                <a:solidFill>
                  <a:srgbClr val="FFFFFF"/>
                </a:solidFill>
                <a:latin typeface="Funnel Display ExtraBold"/>
                <a:ea typeface="Funnel Display ExtraBold"/>
                <a:cs typeface="Funnel Display ExtraBold"/>
                <a:sym typeface="Funnel Display ExtraBold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Funnel Display ExtraBold"/>
              <a:buNone/>
              <a:defRPr i="0" sz="4000" u="none" cap="none" strike="noStrike">
                <a:solidFill>
                  <a:srgbClr val="FFFFFF"/>
                </a:solidFill>
                <a:latin typeface="Funnel Display ExtraBold"/>
                <a:ea typeface="Funnel Display ExtraBold"/>
                <a:cs typeface="Funnel Display ExtraBold"/>
                <a:sym typeface="Funnel Display ExtraBold"/>
              </a:defRPr>
            </a:lvl9pPr>
          </a:lstStyle>
          <a:p/>
        </p:txBody>
      </p:sp>
      <p:sp>
        <p:nvSpPr>
          <p:cNvPr id="177" name="Google Shape;177;p27"/>
          <p:cNvSpPr txBox="1"/>
          <p:nvPr>
            <p:ph idx="1" type="subTitle"/>
          </p:nvPr>
        </p:nvSpPr>
        <p:spPr>
          <a:xfrm>
            <a:off x="2068800" y="3107425"/>
            <a:ext cx="5006400" cy="2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0">
            <a:noAutofit/>
          </a:bodyPr>
          <a:lstStyle>
            <a:lvl1pPr lvl="0" marR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i="0" sz="1400" u="none" cap="none" strike="noStrike">
                <a:solidFill>
                  <a:srgbClr val="FFFFFF"/>
                </a:solidFill>
              </a:defRPr>
            </a:lvl1pPr>
            <a:lvl2pPr lvl="1" marR="0" algn="ctr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Nunito Sans Light"/>
              <a:buNone/>
              <a:defRPr b="0" i="0" sz="1000" u="none" cap="none" strike="noStrike">
                <a:solidFill>
                  <a:srgbClr val="FFFFFF"/>
                </a:solidFill>
                <a:latin typeface="Nunito Sans Light"/>
                <a:ea typeface="Nunito Sans Light"/>
                <a:cs typeface="Nunito Sans Light"/>
                <a:sym typeface="Nunito Sans Light"/>
              </a:defRPr>
            </a:lvl2pPr>
            <a:lvl3pPr lvl="2" marR="0" algn="ctr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Nunito Sans Light"/>
              <a:buNone/>
              <a:defRPr b="0" i="0" sz="1000" u="none" cap="none" strike="noStrike">
                <a:solidFill>
                  <a:srgbClr val="FFFFFF"/>
                </a:solidFill>
                <a:latin typeface="Nunito Sans Light"/>
                <a:ea typeface="Nunito Sans Light"/>
                <a:cs typeface="Nunito Sans Light"/>
                <a:sym typeface="Nunito Sans Light"/>
              </a:defRPr>
            </a:lvl3pPr>
            <a:lvl4pPr lvl="3" marR="0" algn="ctr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Nunito Sans Light"/>
              <a:buNone/>
              <a:defRPr b="0" i="0" sz="1000" u="none" cap="none" strike="noStrike">
                <a:solidFill>
                  <a:srgbClr val="FFFFFF"/>
                </a:solidFill>
                <a:latin typeface="Nunito Sans Light"/>
                <a:ea typeface="Nunito Sans Light"/>
                <a:cs typeface="Nunito Sans Light"/>
                <a:sym typeface="Nunito Sans Light"/>
              </a:defRPr>
            </a:lvl4pPr>
            <a:lvl5pPr lvl="4" marR="0" algn="ctr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Nunito Sans Light"/>
              <a:buNone/>
              <a:defRPr b="0" i="0" sz="1000" u="none" cap="none" strike="noStrike">
                <a:solidFill>
                  <a:srgbClr val="FFFFFF"/>
                </a:solidFill>
                <a:latin typeface="Nunito Sans Light"/>
                <a:ea typeface="Nunito Sans Light"/>
                <a:cs typeface="Nunito Sans Light"/>
                <a:sym typeface="Nunito Sans Light"/>
              </a:defRPr>
            </a:lvl5pPr>
            <a:lvl6pPr lvl="5" marR="0" algn="ctr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Nunito Sans Light"/>
              <a:buNone/>
              <a:defRPr b="0" i="0" sz="1000" u="none" cap="none" strike="noStrike">
                <a:solidFill>
                  <a:srgbClr val="FFFFFF"/>
                </a:solidFill>
                <a:latin typeface="Nunito Sans Light"/>
                <a:ea typeface="Nunito Sans Light"/>
                <a:cs typeface="Nunito Sans Light"/>
                <a:sym typeface="Nunito Sans Light"/>
              </a:defRPr>
            </a:lvl6pPr>
            <a:lvl7pPr lvl="6" marR="0" algn="ctr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Nunito Sans Light"/>
              <a:buNone/>
              <a:defRPr b="0" i="0" sz="1000" u="none" cap="none" strike="noStrike">
                <a:solidFill>
                  <a:srgbClr val="FFFFFF"/>
                </a:solidFill>
                <a:latin typeface="Nunito Sans Light"/>
                <a:ea typeface="Nunito Sans Light"/>
                <a:cs typeface="Nunito Sans Light"/>
                <a:sym typeface="Nunito Sans Light"/>
              </a:defRPr>
            </a:lvl7pPr>
            <a:lvl8pPr lvl="7" marR="0" algn="ctr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Nunito Sans Light"/>
              <a:buNone/>
              <a:defRPr b="0" i="0" sz="1000" u="none" cap="none" strike="noStrike">
                <a:solidFill>
                  <a:srgbClr val="FFFFFF"/>
                </a:solidFill>
                <a:latin typeface="Nunito Sans Light"/>
                <a:ea typeface="Nunito Sans Light"/>
                <a:cs typeface="Nunito Sans Light"/>
                <a:sym typeface="Nunito Sans Light"/>
              </a:defRPr>
            </a:lvl8pPr>
            <a:lvl9pPr lvl="8" marR="0" algn="ctr">
              <a:lnSpc>
                <a:spcPct val="115000"/>
              </a:lnSpc>
              <a:spcBef>
                <a:spcPts val="1500"/>
              </a:spcBef>
              <a:spcAft>
                <a:spcPts val="1500"/>
              </a:spcAft>
              <a:buClr>
                <a:srgbClr val="FFFFFF"/>
              </a:buClr>
              <a:buSzPts val="1000"/>
              <a:buFont typeface="Nunito Sans Light"/>
              <a:buNone/>
              <a:defRPr b="0" i="0" sz="1000" u="none" cap="none" strike="noStrike">
                <a:solidFill>
                  <a:srgbClr val="FFFFFF"/>
                </a:solidFill>
                <a:latin typeface="Nunito Sans Light"/>
                <a:ea typeface="Nunito Sans Light"/>
                <a:cs typeface="Nunito Sans Light"/>
                <a:sym typeface="Nunito Sans Light"/>
              </a:defRPr>
            </a:lvl9pPr>
          </a:lstStyle>
          <a:p/>
        </p:txBody>
      </p:sp>
      <p:sp>
        <p:nvSpPr>
          <p:cNvPr id="178" name="Google Shape;178;p2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attern background Dark">
  <p:cSld name="CUSTOM"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Google Shape;180;p28" title="Cover dark.png"/>
          <p:cNvPicPr preferRelativeResize="0"/>
          <p:nvPr/>
        </p:nvPicPr>
        <p:blipFill rotWithShape="1">
          <a:blip r:embed="rId2">
            <a:alphaModFix/>
          </a:blip>
          <a:srcRect b="209" l="0" r="0" t="209"/>
          <a:stretch/>
        </p:blipFill>
        <p:spPr>
          <a:xfrm>
            <a:off x="-27062" y="-15175"/>
            <a:ext cx="9236381" cy="517385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1" name="Google Shape;181;p28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182" name="Google Shape;182;p28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83" name="Google Shape;183;p28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84" name="Google Shape;184;p28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85" name="Google Shape;185;p28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86" name="Google Shape;186;p28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87" name="Google Shape;187;p28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8" name="Google Shape;188;p28"/>
          <p:cNvSpPr txBox="1"/>
          <p:nvPr>
            <p:ph idx="1" type="subTitle"/>
          </p:nvPr>
        </p:nvSpPr>
        <p:spPr>
          <a:xfrm>
            <a:off x="540000" y="4921525"/>
            <a:ext cx="48789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attern background Light">
  <p:cSld name="CUSTOM_1"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p29" title="Cover white.png"/>
          <p:cNvPicPr preferRelativeResize="0"/>
          <p:nvPr/>
        </p:nvPicPr>
        <p:blipFill rotWithShape="1">
          <a:blip r:embed="rId2">
            <a:alphaModFix/>
          </a:blip>
          <a:srcRect b="209" l="0" r="0" t="209"/>
          <a:stretch/>
        </p:blipFill>
        <p:spPr>
          <a:xfrm>
            <a:off x="-27062" y="-15175"/>
            <a:ext cx="9236381" cy="517385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91" name="Google Shape;191;p29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192" name="Google Shape;192;p29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93" name="Google Shape;193;p29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94" name="Google Shape;194;p29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95" name="Google Shape;195;p29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96" name="Google Shape;196;p29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97" name="Google Shape;197;p29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8" name="Google Shape;198;p29"/>
          <p:cNvSpPr txBox="1"/>
          <p:nvPr>
            <p:ph idx="1" type="subTitle"/>
          </p:nvPr>
        </p:nvSpPr>
        <p:spPr>
          <a:xfrm>
            <a:off x="540000" y="4921525"/>
            <a:ext cx="48789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dark">
  <p:cSld name="CUSTOM_2">
    <p:bg>
      <p:bgPr>
        <a:solidFill>
          <a:schemeClr val="dk1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0" name="Google Shape;200;p30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201" name="Google Shape;201;p30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06" name="Google Shape;206;p30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7" name="Google Shape;207;p30"/>
          <p:cNvSpPr txBox="1"/>
          <p:nvPr>
            <p:ph idx="1" type="subTitle"/>
          </p:nvPr>
        </p:nvSpPr>
        <p:spPr>
          <a:xfrm>
            <a:off x="540000" y="4921525"/>
            <a:ext cx="48789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light">
  <p:cSld name="CUSTOM_3"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31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210" name="Google Shape;210;p31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11" name="Google Shape;211;p31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12" name="Google Shape;212;p31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13" name="Google Shape;213;p31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14" name="Google Shape;214;p31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15" name="Google Shape;215;p31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6" name="Google Shape;216;p31"/>
          <p:cNvSpPr txBox="1"/>
          <p:nvPr>
            <p:ph idx="1" type="subTitle"/>
          </p:nvPr>
        </p:nvSpPr>
        <p:spPr>
          <a:xfrm>
            <a:off x="540000" y="4921525"/>
            <a:ext cx="48789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blocks B">
  <p:cSld name="TITLE_AND_BODY_2_1_1_1">
    <p:bg>
      <p:bgPr>
        <a:solidFill>
          <a:schemeClr val="dk1"/>
        </a:solidFill>
      </p:bgPr>
    </p:bg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2"/>
          <p:cNvSpPr txBox="1"/>
          <p:nvPr>
            <p:ph type="title"/>
          </p:nvPr>
        </p:nvSpPr>
        <p:spPr>
          <a:xfrm>
            <a:off x="4912950" y="540000"/>
            <a:ext cx="37293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i="0" sz="2200" u="none" cap="none" strike="noStrike">
                <a:solidFill>
                  <a:schemeClr val="lt1"/>
                </a:solidFill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/>
        </p:txBody>
      </p:sp>
      <p:sp>
        <p:nvSpPr>
          <p:cNvPr id="219" name="Google Shape;219;p32"/>
          <p:cNvSpPr txBox="1"/>
          <p:nvPr>
            <p:ph idx="1" type="body"/>
          </p:nvPr>
        </p:nvSpPr>
        <p:spPr>
          <a:xfrm>
            <a:off x="4912950" y="1426225"/>
            <a:ext cx="3729300" cy="31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9pPr>
          </a:lstStyle>
          <a:p/>
        </p:txBody>
      </p:sp>
      <p:grpSp>
        <p:nvGrpSpPr>
          <p:cNvPr id="220" name="Google Shape;220;p32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221" name="Google Shape;221;p32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22" name="Google Shape;222;p32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23" name="Google Shape;223;p32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24" name="Google Shape;224;p32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25" name="Google Shape;225;p32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cxnSp>
        <p:nvCxnSpPr>
          <p:cNvPr id="226" name="Google Shape;226;p32"/>
          <p:cNvCxnSpPr/>
          <p:nvPr/>
        </p:nvCxnSpPr>
        <p:spPr>
          <a:xfrm>
            <a:off x="4594075" y="223700"/>
            <a:ext cx="0" cy="4697400"/>
          </a:xfrm>
          <a:prstGeom prst="straightConnector1">
            <a:avLst/>
          </a:prstGeom>
          <a:noFill/>
          <a:ln cap="flat" cmpd="sng" w="9525">
            <a:solidFill>
              <a:srgbClr val="444547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7" name="Google Shape;227;p32"/>
          <p:cNvSpPr txBox="1"/>
          <p:nvPr>
            <p:ph idx="2" type="title"/>
          </p:nvPr>
        </p:nvSpPr>
        <p:spPr>
          <a:xfrm>
            <a:off x="537125" y="540000"/>
            <a:ext cx="37293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i="0" sz="2200" u="none" cap="none" strike="noStrike">
                <a:solidFill>
                  <a:schemeClr val="lt1"/>
                </a:solidFill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/>
        </p:txBody>
      </p:sp>
      <p:sp>
        <p:nvSpPr>
          <p:cNvPr id="228" name="Google Shape;228;p32"/>
          <p:cNvSpPr txBox="1"/>
          <p:nvPr>
            <p:ph idx="3" type="body"/>
          </p:nvPr>
        </p:nvSpPr>
        <p:spPr>
          <a:xfrm>
            <a:off x="545750" y="1426225"/>
            <a:ext cx="3729300" cy="31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9" name="Google Shape;229;p32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0" name="Google Shape;230;p32"/>
          <p:cNvSpPr txBox="1"/>
          <p:nvPr>
            <p:ph idx="4" type="subTitle"/>
          </p:nvPr>
        </p:nvSpPr>
        <p:spPr>
          <a:xfrm>
            <a:off x="540000" y="4921525"/>
            <a:ext cx="48789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  <p:sp>
        <p:nvSpPr>
          <p:cNvPr id="231" name="Google Shape;231;p32"/>
          <p:cNvSpPr txBox="1"/>
          <p:nvPr>
            <p:ph idx="5" type="subTitle"/>
          </p:nvPr>
        </p:nvSpPr>
        <p:spPr>
          <a:xfrm>
            <a:off x="537125" y="353075"/>
            <a:ext cx="36309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Geist Mono Medium"/>
              <a:buNone/>
              <a:defRPr sz="800">
                <a:solidFill>
                  <a:schemeClr val="accent1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32" name="Google Shape;232;p32"/>
          <p:cNvSpPr txBox="1"/>
          <p:nvPr>
            <p:ph idx="6" type="subTitle"/>
          </p:nvPr>
        </p:nvSpPr>
        <p:spPr>
          <a:xfrm>
            <a:off x="4912950" y="353075"/>
            <a:ext cx="36309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Font typeface="Geist Mono Medium"/>
              <a:buNone/>
              <a:defRPr sz="800">
                <a:solidFill>
                  <a:schemeClr val="accent1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40">
          <p15:clr>
            <a:srgbClr val="FA7B17"/>
          </p15:clr>
        </p15:guide>
        <p15:guide id="2" pos="5444">
          <p15:clr>
            <a:srgbClr val="FA7B17"/>
          </p15:clr>
        </p15:guide>
        <p15:guide id="3" orient="horz" pos="340">
          <p15:clr>
            <a:srgbClr val="FA7B17"/>
          </p15:clr>
        </p15:guide>
        <p15:guide id="4" orient="horz" pos="2900">
          <p15:clr>
            <a:srgbClr val="E46962"/>
          </p15:clr>
        </p15:guide>
        <p15:guide id="5" orient="horz" pos="794">
          <p15:clr>
            <a:srgbClr val="E46962"/>
          </p15:clr>
        </p15:guide>
        <p15:guide id="6" orient="horz" pos="898">
          <p15:clr>
            <a:srgbClr val="E46962"/>
          </p15:clr>
        </p15:guide>
        <p15:guide id="7" pos="2693">
          <p15:clr>
            <a:srgbClr val="E46962"/>
          </p15:clr>
        </p15:guide>
        <p15:guide id="8" pos="3095">
          <p15:clr>
            <a:srgbClr val="E46962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/2 photo on right A">
  <p:cSld name="TITLE_AND_BODY_2_1_1_2_1_1_2_2">
    <p:bg>
      <p:bgPr>
        <a:solidFill>
          <a:schemeClr val="dk1"/>
        </a:solidFill>
      </p:bgPr>
    </p:bg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3"/>
          <p:cNvSpPr/>
          <p:nvPr>
            <p:ph idx="2" type="pic"/>
          </p:nvPr>
        </p:nvSpPr>
        <p:spPr>
          <a:xfrm>
            <a:off x="4576725" y="0"/>
            <a:ext cx="4567200" cy="5146800"/>
          </a:xfrm>
          <a:prstGeom prst="rect">
            <a:avLst/>
          </a:prstGeom>
          <a:noFill/>
          <a:ln>
            <a:noFill/>
          </a:ln>
        </p:spPr>
      </p:sp>
      <p:sp>
        <p:nvSpPr>
          <p:cNvPr id="235" name="Google Shape;235;p33"/>
          <p:cNvSpPr txBox="1"/>
          <p:nvPr>
            <p:ph type="title"/>
          </p:nvPr>
        </p:nvSpPr>
        <p:spPr>
          <a:xfrm>
            <a:off x="539406" y="540000"/>
            <a:ext cx="37293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i="0" sz="2200" u="none" cap="none" strike="noStrike">
                <a:solidFill>
                  <a:schemeClr val="lt1"/>
                </a:solidFill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/>
        </p:txBody>
      </p:sp>
      <p:sp>
        <p:nvSpPr>
          <p:cNvPr id="236" name="Google Shape;236;p33"/>
          <p:cNvSpPr txBox="1"/>
          <p:nvPr>
            <p:ph idx="1" type="body"/>
          </p:nvPr>
        </p:nvSpPr>
        <p:spPr>
          <a:xfrm>
            <a:off x="545750" y="1426225"/>
            <a:ext cx="3538500" cy="31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9pPr>
          </a:lstStyle>
          <a:p/>
        </p:txBody>
      </p:sp>
      <p:grpSp>
        <p:nvGrpSpPr>
          <p:cNvPr id="237" name="Google Shape;237;p33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238" name="Google Shape;238;p33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39" name="Google Shape;239;p33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40" name="Google Shape;240;p33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41" name="Google Shape;241;p33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42" name="Google Shape;242;p33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cxnSp>
        <p:nvCxnSpPr>
          <p:cNvPr id="243" name="Google Shape;243;p33"/>
          <p:cNvCxnSpPr/>
          <p:nvPr/>
        </p:nvCxnSpPr>
        <p:spPr>
          <a:xfrm>
            <a:off x="4570900" y="243500"/>
            <a:ext cx="0" cy="4683600"/>
          </a:xfrm>
          <a:prstGeom prst="straightConnector1">
            <a:avLst/>
          </a:prstGeom>
          <a:noFill/>
          <a:ln cap="flat" cmpd="sng" w="9525">
            <a:solidFill>
              <a:srgbClr val="444547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44" name="Google Shape;244;p33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33"/>
          <p:cNvSpPr txBox="1"/>
          <p:nvPr>
            <p:ph idx="3" type="subTitle"/>
          </p:nvPr>
        </p:nvSpPr>
        <p:spPr>
          <a:xfrm>
            <a:off x="540000" y="4921525"/>
            <a:ext cx="48789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44">
          <p15:clr>
            <a:srgbClr val="FA7B17"/>
          </p15:clr>
        </p15:guide>
        <p15:guide id="2" pos="5444">
          <p15:clr>
            <a:srgbClr val="FA7B17"/>
          </p15:clr>
        </p15:guide>
        <p15:guide id="3" orient="horz" pos="340">
          <p15:clr>
            <a:srgbClr val="FA7B17"/>
          </p15:clr>
        </p15:guide>
        <p15:guide id="4" pos="2892">
          <p15:clr>
            <a:srgbClr val="FA7B17"/>
          </p15:clr>
        </p15:guide>
        <p15:guide id="5" pos="3186">
          <p15:clr>
            <a:srgbClr val="FA7B17"/>
          </p15:clr>
        </p15:guide>
        <p15:guide id="6" orient="horz" pos="2900">
          <p15:clr>
            <a:srgbClr val="E46962"/>
          </p15:clr>
        </p15:guide>
        <p15:guide id="7" orient="horz" pos="794">
          <p15:clr>
            <a:srgbClr val="E46962"/>
          </p15:clr>
        </p15:guide>
        <p15:guide id="8" orient="horz" pos="898">
          <p15:clr>
            <a:srgbClr val="E46962"/>
          </p15:clr>
        </p15:guide>
        <p15:guide id="9" orient="horz" pos="2665">
          <p15:clr>
            <a:srgbClr val="E46962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/2 photo on left A ">
  <p:cSld name="TITLE_AND_BODY_2_1_1_2_1_1_2_2_1">
    <p:bg>
      <p:bgPr>
        <a:solidFill>
          <a:schemeClr val="dk1"/>
        </a:solidFill>
      </p:bgPr>
    </p:bg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4"/>
          <p:cNvSpPr/>
          <p:nvPr>
            <p:ph idx="2" type="pic"/>
          </p:nvPr>
        </p:nvSpPr>
        <p:spPr>
          <a:xfrm>
            <a:off x="0" y="0"/>
            <a:ext cx="45672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248" name="Google Shape;248;p34"/>
          <p:cNvSpPr txBox="1"/>
          <p:nvPr>
            <p:ph type="title"/>
          </p:nvPr>
        </p:nvSpPr>
        <p:spPr>
          <a:xfrm>
            <a:off x="4913100" y="540000"/>
            <a:ext cx="37293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i="0" sz="2200" u="none" cap="none" strike="noStrike">
                <a:solidFill>
                  <a:schemeClr val="lt1"/>
                </a:solidFill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/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4912950" y="1426225"/>
            <a:ext cx="3538500" cy="31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9pPr>
          </a:lstStyle>
          <a:p/>
        </p:txBody>
      </p:sp>
      <p:grpSp>
        <p:nvGrpSpPr>
          <p:cNvPr id="250" name="Google Shape;250;p34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251" name="Google Shape;251;p34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52" name="Google Shape;252;p34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53" name="Google Shape;253;p34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54" name="Google Shape;254;p34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55" name="Google Shape;255;p34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cxnSp>
        <p:nvCxnSpPr>
          <p:cNvPr id="256" name="Google Shape;256;p34"/>
          <p:cNvCxnSpPr/>
          <p:nvPr/>
        </p:nvCxnSpPr>
        <p:spPr>
          <a:xfrm>
            <a:off x="4570900" y="243500"/>
            <a:ext cx="0" cy="4683600"/>
          </a:xfrm>
          <a:prstGeom prst="straightConnector1">
            <a:avLst/>
          </a:prstGeom>
          <a:noFill/>
          <a:ln cap="flat" cmpd="sng" w="9525">
            <a:solidFill>
              <a:srgbClr val="444547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7" name="Google Shape;257;p34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8" name="Google Shape;258;p34"/>
          <p:cNvSpPr txBox="1"/>
          <p:nvPr>
            <p:ph idx="3" type="subTitle"/>
          </p:nvPr>
        </p:nvSpPr>
        <p:spPr>
          <a:xfrm>
            <a:off x="540000" y="4921525"/>
            <a:ext cx="48789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44">
          <p15:clr>
            <a:srgbClr val="FA7B17"/>
          </p15:clr>
        </p15:guide>
        <p15:guide id="2" pos="5444">
          <p15:clr>
            <a:srgbClr val="FA7B17"/>
          </p15:clr>
        </p15:guide>
        <p15:guide id="3" orient="horz" pos="340">
          <p15:clr>
            <a:srgbClr val="FA7B17"/>
          </p15:clr>
        </p15:guide>
        <p15:guide id="4" pos="2892">
          <p15:clr>
            <a:srgbClr val="FA7B17"/>
          </p15:clr>
        </p15:guide>
        <p15:guide id="5" pos="3186">
          <p15:clr>
            <a:srgbClr val="FA7B17"/>
          </p15:clr>
        </p15:guide>
        <p15:guide id="6" orient="horz" pos="2900">
          <p15:clr>
            <a:srgbClr val="E46962"/>
          </p15:clr>
        </p15:guide>
        <p15:guide id="7" orient="horz" pos="794">
          <p15:clr>
            <a:srgbClr val="E46962"/>
          </p15:clr>
        </p15:guide>
        <p15:guide id="8" orient="horz" pos="898">
          <p15:clr>
            <a:srgbClr val="E46962"/>
          </p15:clr>
        </p15:guide>
        <p15:guide id="9" orient="horz" pos="2665">
          <p15:clr>
            <a:srgbClr val="E46962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/2 photo on right  B ">
  <p:cSld name="TITLE_AND_BODY_2_1_1_2_1_1_2_1_1">
    <p:bg>
      <p:bgPr>
        <a:solidFill>
          <a:schemeClr val="dk1"/>
        </a:solid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5"/>
          <p:cNvSpPr/>
          <p:nvPr>
            <p:ph idx="2" type="pic"/>
          </p:nvPr>
        </p:nvSpPr>
        <p:spPr>
          <a:xfrm>
            <a:off x="4553250" y="223700"/>
            <a:ext cx="4360200" cy="4697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261" name="Google Shape;261;p35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262" name="Google Shape;262;p35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63" name="Google Shape;263;p35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64" name="Google Shape;264;p35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65" name="Google Shape;265;p35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66" name="Google Shape;266;p35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67" name="Google Shape;267;p35"/>
          <p:cNvSpPr txBox="1"/>
          <p:nvPr>
            <p:ph type="title"/>
          </p:nvPr>
        </p:nvSpPr>
        <p:spPr>
          <a:xfrm>
            <a:off x="473775" y="540050"/>
            <a:ext cx="3584100" cy="36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None/>
              <a:defRPr i="0" u="none" cap="none" strike="noStrike">
                <a:solidFill>
                  <a:srgbClr val="FFFFFF"/>
                </a:solidFill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/>
        </p:txBody>
      </p:sp>
      <p:sp>
        <p:nvSpPr>
          <p:cNvPr id="268" name="Google Shape;268;p35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9" name="Google Shape;269;p35"/>
          <p:cNvSpPr txBox="1"/>
          <p:nvPr>
            <p:ph idx="1" type="subTitle"/>
          </p:nvPr>
        </p:nvSpPr>
        <p:spPr>
          <a:xfrm>
            <a:off x="540000" y="4921525"/>
            <a:ext cx="48789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98">
          <p15:clr>
            <a:srgbClr val="FA7B17"/>
          </p15:clr>
        </p15:guide>
        <p15:guide id="2" pos="5444">
          <p15:clr>
            <a:srgbClr val="FA7B17"/>
          </p15:clr>
        </p15:guide>
        <p15:guide id="3" orient="horz" pos="340">
          <p15:clr>
            <a:srgbClr val="FA7B17"/>
          </p15:clr>
        </p15:guide>
        <p15:guide id="4" pos="2868">
          <p15:clr>
            <a:srgbClr val="FA7B17"/>
          </p15:clr>
        </p15:guide>
        <p15:guide id="5" pos="3186">
          <p15:clr>
            <a:srgbClr val="FA7B17"/>
          </p15:clr>
        </p15:guide>
        <p15:guide id="6" orient="horz" pos="2900">
          <p15:clr>
            <a:srgbClr val="E46962"/>
          </p15:clr>
        </p15:guide>
        <p15:guide id="7" orient="horz" pos="794">
          <p15:clr>
            <a:srgbClr val="E46962"/>
          </p15:clr>
        </p15:guide>
        <p15:guide id="8" orient="horz" pos="898">
          <p15:clr>
            <a:srgbClr val="E46962"/>
          </p15:clr>
        </p15:guide>
        <p15:guide id="9" orient="horz" pos="2665">
          <p15:clr>
            <a:srgbClr val="E46962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/2 split screen  B  1">
  <p:cSld name="TITLE_AND_BODY_2_1_1_2_1_1_2_1_1_3">
    <p:bg>
      <p:bgPr>
        <a:solidFill>
          <a:schemeClr val="lt1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1" name="Google Shape;271;p36"/>
          <p:cNvGrpSpPr/>
          <p:nvPr/>
        </p:nvGrpSpPr>
        <p:grpSpPr>
          <a:xfrm>
            <a:off x="0" y="-476431"/>
            <a:ext cx="9156900" cy="5918125"/>
            <a:chOff x="0" y="-476431"/>
            <a:chExt cx="9156900" cy="5918125"/>
          </a:xfrm>
        </p:grpSpPr>
        <p:grpSp>
          <p:nvGrpSpPr>
            <p:cNvPr id="272" name="Google Shape;272;p36"/>
            <p:cNvGrpSpPr/>
            <p:nvPr/>
          </p:nvGrpSpPr>
          <p:grpSpPr>
            <a:xfrm>
              <a:off x="0" y="0"/>
              <a:ext cx="9156900" cy="5146800"/>
              <a:chOff x="0" y="0"/>
              <a:chExt cx="9156900" cy="5146800"/>
            </a:xfrm>
          </p:grpSpPr>
          <p:cxnSp>
            <p:nvCxnSpPr>
              <p:cNvPr id="273" name="Google Shape;273;p36"/>
              <p:cNvCxnSpPr/>
              <p:nvPr/>
            </p:nvCxnSpPr>
            <p:spPr>
              <a:xfrm>
                <a:off x="0" y="4921525"/>
                <a:ext cx="91440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lt2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274" name="Google Shape;274;p36"/>
              <p:cNvCxnSpPr/>
              <p:nvPr/>
            </p:nvCxnSpPr>
            <p:spPr>
              <a:xfrm>
                <a:off x="228600" y="0"/>
                <a:ext cx="0" cy="51468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lt2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275" name="Google Shape;275;p36"/>
              <p:cNvCxnSpPr/>
              <p:nvPr/>
            </p:nvCxnSpPr>
            <p:spPr>
              <a:xfrm>
                <a:off x="20961" y="4921250"/>
                <a:ext cx="90999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lt2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276" name="Google Shape;276;p36"/>
              <p:cNvCxnSpPr/>
              <p:nvPr/>
            </p:nvCxnSpPr>
            <p:spPr>
              <a:xfrm>
                <a:off x="0" y="228600"/>
                <a:ext cx="9156900" cy="117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lt2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  <p:sp>
          <p:nvSpPr>
            <p:cNvPr id="277" name="Google Shape;277;p36"/>
            <p:cNvSpPr/>
            <p:nvPr/>
          </p:nvSpPr>
          <p:spPr>
            <a:xfrm>
              <a:off x="4564029" y="-16058"/>
              <a:ext cx="4587900" cy="51864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278" name="Google Shape;278;p36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79" name="Google Shape;279;p36"/>
            <p:cNvCxnSpPr/>
            <p:nvPr/>
          </p:nvCxnSpPr>
          <p:spPr>
            <a:xfrm>
              <a:off x="4572000" y="4921250"/>
              <a:ext cx="45489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80" name="Google Shape;280;p36"/>
            <p:cNvCxnSpPr/>
            <p:nvPr/>
          </p:nvCxnSpPr>
          <p:spPr>
            <a:xfrm>
              <a:off x="4565500" y="228600"/>
              <a:ext cx="45783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pic>
          <p:nvPicPr>
            <p:cNvPr id="281" name="Google Shape;281;p36" title="Symbol.png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133742" y="-476431"/>
              <a:ext cx="1624525" cy="1591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82" name="Google Shape;282;p36" title="Symbol-4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6523906" y="2764854"/>
              <a:ext cx="2390949" cy="267684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83" name="Google Shape;283;p36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4" name="Google Shape;284;p36"/>
          <p:cNvSpPr txBox="1"/>
          <p:nvPr>
            <p:ph type="title"/>
          </p:nvPr>
        </p:nvSpPr>
        <p:spPr>
          <a:xfrm>
            <a:off x="539406" y="540000"/>
            <a:ext cx="37293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i="0" sz="2200" u="none" cap="none" strike="noStrike"/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Ubuntu"/>
              <a:buNone/>
              <a:defRPr b="0" i="0" sz="3000" u="none" cap="none" strike="noStrike">
                <a:latin typeface="Ubuntu"/>
                <a:ea typeface="Ubuntu"/>
                <a:cs typeface="Ubuntu"/>
                <a:sym typeface="Ubuntu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Ubuntu"/>
              <a:buNone/>
              <a:defRPr b="0" i="0" sz="3000" u="none" cap="none" strike="noStrike">
                <a:latin typeface="Ubuntu"/>
                <a:ea typeface="Ubuntu"/>
                <a:cs typeface="Ubuntu"/>
                <a:sym typeface="Ubuntu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Ubuntu"/>
              <a:buNone/>
              <a:defRPr b="0" i="0" sz="3000" u="none" cap="none" strike="noStrike">
                <a:latin typeface="Ubuntu"/>
                <a:ea typeface="Ubuntu"/>
                <a:cs typeface="Ubuntu"/>
                <a:sym typeface="Ubuntu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Ubuntu"/>
              <a:buNone/>
              <a:defRPr b="0" i="0" sz="3000" u="none" cap="none" strike="noStrike">
                <a:latin typeface="Ubuntu"/>
                <a:ea typeface="Ubuntu"/>
                <a:cs typeface="Ubuntu"/>
                <a:sym typeface="Ubuntu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Ubuntu"/>
              <a:buNone/>
              <a:defRPr b="0" i="0" sz="3000" u="none" cap="none" strike="noStrike">
                <a:latin typeface="Ubuntu"/>
                <a:ea typeface="Ubuntu"/>
                <a:cs typeface="Ubuntu"/>
                <a:sym typeface="Ubuntu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Ubuntu"/>
              <a:buNone/>
              <a:defRPr b="0" i="0" sz="3000" u="none" cap="none" strike="noStrike">
                <a:latin typeface="Ubuntu"/>
                <a:ea typeface="Ubuntu"/>
                <a:cs typeface="Ubuntu"/>
                <a:sym typeface="Ubuntu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Ubuntu"/>
              <a:buNone/>
              <a:defRPr b="0" i="0" sz="3000" u="none" cap="none" strike="noStrike">
                <a:latin typeface="Ubuntu"/>
                <a:ea typeface="Ubuntu"/>
                <a:cs typeface="Ubuntu"/>
                <a:sym typeface="Ubuntu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Ubuntu"/>
              <a:buNone/>
              <a:defRPr b="0" i="0" sz="3000" u="none" cap="none" strike="noStrike">
                <a:latin typeface="Ubuntu"/>
                <a:ea typeface="Ubuntu"/>
                <a:cs typeface="Ubuntu"/>
                <a:sym typeface="Ubuntu"/>
              </a:defRPr>
            </a:lvl9pPr>
          </a:lstStyle>
          <a:p/>
        </p:txBody>
      </p:sp>
      <p:sp>
        <p:nvSpPr>
          <p:cNvPr id="285" name="Google Shape;285;p36"/>
          <p:cNvSpPr txBox="1"/>
          <p:nvPr>
            <p:ph idx="1" type="body"/>
          </p:nvPr>
        </p:nvSpPr>
        <p:spPr>
          <a:xfrm>
            <a:off x="545750" y="1426225"/>
            <a:ext cx="3538500" cy="31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FFA74"/>
              </a:buClr>
              <a:buSzPts val="1400"/>
              <a:buChar char="●"/>
              <a:defRPr sz="1400"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/>
            </a:lvl9pPr>
          </a:lstStyle>
          <a:p/>
        </p:txBody>
      </p:sp>
      <p:sp>
        <p:nvSpPr>
          <p:cNvPr id="286" name="Google Shape;286;p36"/>
          <p:cNvSpPr txBox="1"/>
          <p:nvPr>
            <p:ph idx="2" type="subTitle"/>
          </p:nvPr>
        </p:nvSpPr>
        <p:spPr>
          <a:xfrm>
            <a:off x="540000" y="4921525"/>
            <a:ext cx="40134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98">
          <p15:clr>
            <a:srgbClr val="FA7B17"/>
          </p15:clr>
        </p15:guide>
        <p15:guide id="2" pos="5444">
          <p15:clr>
            <a:srgbClr val="FA7B17"/>
          </p15:clr>
        </p15:guide>
        <p15:guide id="3" orient="horz" pos="340">
          <p15:clr>
            <a:srgbClr val="FA7B17"/>
          </p15:clr>
        </p15:guide>
        <p15:guide id="4" pos="2868">
          <p15:clr>
            <a:srgbClr val="FA7B17"/>
          </p15:clr>
        </p15:guide>
        <p15:guide id="5" pos="3186">
          <p15:clr>
            <a:srgbClr val="FA7B17"/>
          </p15:clr>
        </p15:guide>
        <p15:guide id="6" orient="horz" pos="2900">
          <p15:clr>
            <a:srgbClr val="E46962"/>
          </p15:clr>
        </p15:guide>
        <p15:guide id="7" orient="horz" pos="794">
          <p15:clr>
            <a:srgbClr val="E46962"/>
          </p15:clr>
        </p15:guide>
        <p15:guide id="8" orient="horz" pos="898">
          <p15:clr>
            <a:srgbClr val="E46962"/>
          </p15:clr>
        </p15:guide>
        <p15:guide id="9" orient="horz" pos="2665">
          <p15:clr>
            <a:srgbClr val="E46962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/2 photo on right  B  shape">
  <p:cSld name="TITLE_AND_BODY_2_1_1_2_1_1_2_1_1_2">
    <p:bg>
      <p:bgPr>
        <a:solidFill>
          <a:schemeClr val="dk1"/>
        </a:solid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37"/>
          <p:cNvSpPr/>
          <p:nvPr/>
        </p:nvSpPr>
        <p:spPr>
          <a:xfrm>
            <a:off x="4213275" y="222350"/>
            <a:ext cx="4700100" cy="4700100"/>
          </a:xfrm>
          <a:prstGeom prst="rect">
            <a:avLst/>
          </a:prstGeom>
          <a:solidFill>
            <a:srgbClr val="FFE5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9" name="Google Shape;289;p37"/>
          <p:cNvSpPr/>
          <p:nvPr>
            <p:ph idx="2" type="pic"/>
          </p:nvPr>
        </p:nvSpPr>
        <p:spPr>
          <a:xfrm>
            <a:off x="4213275" y="223700"/>
            <a:ext cx="4700100" cy="4697400"/>
          </a:xfrm>
          <a:prstGeom prst="ellipse">
            <a:avLst/>
          </a:prstGeom>
          <a:noFill/>
          <a:ln>
            <a:noFill/>
          </a:ln>
        </p:spPr>
      </p:sp>
      <p:grpSp>
        <p:nvGrpSpPr>
          <p:cNvPr id="290" name="Google Shape;290;p37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291" name="Google Shape;291;p37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92" name="Google Shape;292;p37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93" name="Google Shape;293;p37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94" name="Google Shape;294;p37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95" name="Google Shape;295;p37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96" name="Google Shape;296;p37"/>
          <p:cNvSpPr txBox="1"/>
          <p:nvPr>
            <p:ph type="title"/>
          </p:nvPr>
        </p:nvSpPr>
        <p:spPr>
          <a:xfrm>
            <a:off x="473775" y="540050"/>
            <a:ext cx="3584100" cy="36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None/>
              <a:defRPr i="0" u="none" cap="none" strike="noStrike">
                <a:solidFill>
                  <a:srgbClr val="FFFFFF"/>
                </a:solidFill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/>
        </p:txBody>
      </p:sp>
      <p:sp>
        <p:nvSpPr>
          <p:cNvPr id="297" name="Google Shape;297;p37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8" name="Google Shape;298;p37"/>
          <p:cNvSpPr txBox="1"/>
          <p:nvPr>
            <p:ph idx="1" type="subTitle"/>
          </p:nvPr>
        </p:nvSpPr>
        <p:spPr>
          <a:xfrm>
            <a:off x="540000" y="4921525"/>
            <a:ext cx="48789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98">
          <p15:clr>
            <a:srgbClr val="FA7B17"/>
          </p15:clr>
        </p15:guide>
        <p15:guide id="2" pos="5444">
          <p15:clr>
            <a:srgbClr val="FA7B17"/>
          </p15:clr>
        </p15:guide>
        <p15:guide id="3" orient="horz" pos="340">
          <p15:clr>
            <a:srgbClr val="FA7B17"/>
          </p15:clr>
        </p15:guide>
        <p15:guide id="4" pos="2868">
          <p15:clr>
            <a:srgbClr val="FA7B17"/>
          </p15:clr>
        </p15:guide>
        <p15:guide id="5" pos="3186">
          <p15:clr>
            <a:srgbClr val="FA7B17"/>
          </p15:clr>
        </p15:guide>
        <p15:guide id="6" orient="horz" pos="2900">
          <p15:clr>
            <a:srgbClr val="E46962"/>
          </p15:clr>
        </p15:guide>
        <p15:guide id="7" orient="horz" pos="794">
          <p15:clr>
            <a:srgbClr val="E46962"/>
          </p15:clr>
        </p15:guide>
        <p15:guide id="8" orient="horz" pos="898">
          <p15:clr>
            <a:srgbClr val="E46962"/>
          </p15:clr>
        </p15:guide>
        <p15:guide id="9" orient="horz" pos="2665">
          <p15:clr>
            <a:srgbClr val="E46962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/2 photo on right  B shape ">
  <p:cSld name="TITLE_AND_BODY_2_1_1_2_1_1_2_1_1_2_1">
    <p:bg>
      <p:bgPr>
        <a:solidFill>
          <a:schemeClr val="dk1"/>
        </a:solid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Google Shape;300;p38" title="Symbol-13.png"/>
          <p:cNvPicPr preferRelativeResize="0"/>
          <p:nvPr/>
        </p:nvPicPr>
        <p:blipFill rotWithShape="1">
          <a:blip r:embed="rId2">
            <a:alphaModFix/>
          </a:blip>
          <a:srcRect b="0" l="0" r="0" t="13352"/>
          <a:stretch/>
        </p:blipFill>
        <p:spPr>
          <a:xfrm>
            <a:off x="3475050" y="0"/>
            <a:ext cx="1770600" cy="3226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38" title="Symbol-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73300" y="3212775"/>
            <a:ext cx="1970699" cy="1930749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38"/>
          <p:cNvSpPr/>
          <p:nvPr>
            <p:ph idx="2" type="pic"/>
          </p:nvPr>
        </p:nvSpPr>
        <p:spPr>
          <a:xfrm>
            <a:off x="4213275" y="223700"/>
            <a:ext cx="4700100" cy="4697400"/>
          </a:xfrm>
          <a:prstGeom prst="ellipse">
            <a:avLst/>
          </a:prstGeom>
          <a:noFill/>
          <a:ln>
            <a:noFill/>
          </a:ln>
        </p:spPr>
      </p:sp>
      <p:grpSp>
        <p:nvGrpSpPr>
          <p:cNvPr id="303" name="Google Shape;303;p38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304" name="Google Shape;304;p38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05" name="Google Shape;305;p38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06" name="Google Shape;306;p38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07" name="Google Shape;307;p38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08" name="Google Shape;308;p38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309" name="Google Shape;309;p38"/>
          <p:cNvSpPr txBox="1"/>
          <p:nvPr>
            <p:ph type="title"/>
          </p:nvPr>
        </p:nvSpPr>
        <p:spPr>
          <a:xfrm>
            <a:off x="473775" y="540050"/>
            <a:ext cx="3584100" cy="36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None/>
              <a:defRPr i="0" u="none" cap="none" strike="noStrike">
                <a:solidFill>
                  <a:srgbClr val="FFFFFF"/>
                </a:solidFill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/>
        </p:txBody>
      </p:sp>
      <p:sp>
        <p:nvSpPr>
          <p:cNvPr id="310" name="Google Shape;310;p38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1" name="Google Shape;311;p38"/>
          <p:cNvSpPr txBox="1"/>
          <p:nvPr>
            <p:ph idx="1" type="subTitle"/>
          </p:nvPr>
        </p:nvSpPr>
        <p:spPr>
          <a:xfrm>
            <a:off x="540000" y="4921525"/>
            <a:ext cx="48789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98">
          <p15:clr>
            <a:srgbClr val="FA7B17"/>
          </p15:clr>
        </p15:guide>
        <p15:guide id="2" pos="5444">
          <p15:clr>
            <a:srgbClr val="FA7B17"/>
          </p15:clr>
        </p15:guide>
        <p15:guide id="3" orient="horz" pos="340">
          <p15:clr>
            <a:srgbClr val="FA7B17"/>
          </p15:clr>
        </p15:guide>
        <p15:guide id="4" pos="2868">
          <p15:clr>
            <a:srgbClr val="FA7B17"/>
          </p15:clr>
        </p15:guide>
        <p15:guide id="5" pos="3186">
          <p15:clr>
            <a:srgbClr val="FA7B17"/>
          </p15:clr>
        </p15:guide>
        <p15:guide id="6" orient="horz" pos="2900">
          <p15:clr>
            <a:srgbClr val="E46962"/>
          </p15:clr>
        </p15:guide>
        <p15:guide id="7" orient="horz" pos="794">
          <p15:clr>
            <a:srgbClr val="E46962"/>
          </p15:clr>
        </p15:guide>
        <p15:guide id="8" orient="horz" pos="898">
          <p15:clr>
            <a:srgbClr val="E46962"/>
          </p15:clr>
        </p15:guide>
        <p15:guide id="9" orient="horz" pos="2665">
          <p15:clr>
            <a:srgbClr val="E46962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/2 photo on left  B ">
  <p:cSld name="TITLE_AND_BODY_2_1_1_2_1_1_2_1_1_1">
    <p:bg>
      <p:bgPr>
        <a:solidFill>
          <a:schemeClr val="dk1"/>
        </a:solidFill>
      </p:bgPr>
    </p:bg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9"/>
          <p:cNvSpPr/>
          <p:nvPr>
            <p:ph idx="2" type="pic"/>
          </p:nvPr>
        </p:nvSpPr>
        <p:spPr>
          <a:xfrm>
            <a:off x="236825" y="223700"/>
            <a:ext cx="4360200" cy="4697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314" name="Google Shape;314;p39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315" name="Google Shape;315;p39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16" name="Google Shape;316;p39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17" name="Google Shape;317;p39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18" name="Google Shape;318;p39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19" name="Google Shape;319;p39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320" name="Google Shape;320;p39"/>
          <p:cNvSpPr txBox="1"/>
          <p:nvPr>
            <p:ph type="title"/>
          </p:nvPr>
        </p:nvSpPr>
        <p:spPr>
          <a:xfrm>
            <a:off x="5020225" y="540050"/>
            <a:ext cx="3584100" cy="36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None/>
              <a:defRPr i="0" u="none" cap="none" strike="noStrike">
                <a:solidFill>
                  <a:srgbClr val="FFFFFF"/>
                </a:solidFill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/>
        </p:txBody>
      </p:sp>
      <p:sp>
        <p:nvSpPr>
          <p:cNvPr id="321" name="Google Shape;321;p39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2" name="Google Shape;322;p39"/>
          <p:cNvSpPr txBox="1"/>
          <p:nvPr>
            <p:ph idx="1" type="subTitle"/>
          </p:nvPr>
        </p:nvSpPr>
        <p:spPr>
          <a:xfrm>
            <a:off x="540000" y="4921525"/>
            <a:ext cx="48789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98">
          <p15:clr>
            <a:srgbClr val="FA7B17"/>
          </p15:clr>
        </p15:guide>
        <p15:guide id="2" pos="5444">
          <p15:clr>
            <a:srgbClr val="FA7B17"/>
          </p15:clr>
        </p15:guide>
        <p15:guide id="3" orient="horz" pos="340">
          <p15:clr>
            <a:srgbClr val="FA7B17"/>
          </p15:clr>
        </p15:guide>
        <p15:guide id="4" pos="2868">
          <p15:clr>
            <a:srgbClr val="FA7B17"/>
          </p15:clr>
        </p15:guide>
        <p15:guide id="5" pos="3186">
          <p15:clr>
            <a:srgbClr val="FA7B17"/>
          </p15:clr>
        </p15:guide>
        <p15:guide id="6" orient="horz" pos="2900">
          <p15:clr>
            <a:srgbClr val="E46962"/>
          </p15:clr>
        </p15:guide>
        <p15:guide id="7" orient="horz" pos="794">
          <p15:clr>
            <a:srgbClr val="E46962"/>
          </p15:clr>
        </p15:guide>
        <p15:guide id="8" orient="horz" pos="898">
          <p15:clr>
            <a:srgbClr val="E46962"/>
          </p15:clr>
        </p15:guide>
        <p15:guide id="9" orient="horz" pos="2665">
          <p15:clr>
            <a:srgbClr val="E46962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/2 split screen  B  1">
  <p:cSld name="TITLE_AND_BODY_2_1_1_2_1_1_2_1_1_1_3">
    <p:bg>
      <p:bgPr>
        <a:solidFill>
          <a:schemeClr val="lt1"/>
        </a:solidFill>
      </p:bgPr>
    </p:bg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0"/>
          <p:cNvSpPr/>
          <p:nvPr/>
        </p:nvSpPr>
        <p:spPr>
          <a:xfrm>
            <a:off x="-7975" y="-16058"/>
            <a:ext cx="4587900" cy="518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5" name="Google Shape;325;p40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6" name="Google Shape;326;p40"/>
          <p:cNvSpPr txBox="1"/>
          <p:nvPr>
            <p:ph type="title"/>
          </p:nvPr>
        </p:nvSpPr>
        <p:spPr>
          <a:xfrm>
            <a:off x="4913100" y="540000"/>
            <a:ext cx="37293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i="0" sz="2200" u="none" cap="none" strike="noStrike"/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Ubuntu"/>
              <a:buNone/>
              <a:defRPr b="0" i="0" sz="3000" u="none" cap="none" strike="noStrike">
                <a:latin typeface="Ubuntu"/>
                <a:ea typeface="Ubuntu"/>
                <a:cs typeface="Ubuntu"/>
                <a:sym typeface="Ubuntu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Ubuntu"/>
              <a:buNone/>
              <a:defRPr b="0" i="0" sz="3000" u="none" cap="none" strike="noStrike">
                <a:latin typeface="Ubuntu"/>
                <a:ea typeface="Ubuntu"/>
                <a:cs typeface="Ubuntu"/>
                <a:sym typeface="Ubuntu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Ubuntu"/>
              <a:buNone/>
              <a:defRPr b="0" i="0" sz="3000" u="none" cap="none" strike="noStrike">
                <a:latin typeface="Ubuntu"/>
                <a:ea typeface="Ubuntu"/>
                <a:cs typeface="Ubuntu"/>
                <a:sym typeface="Ubuntu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Ubuntu"/>
              <a:buNone/>
              <a:defRPr b="0" i="0" sz="3000" u="none" cap="none" strike="noStrike">
                <a:latin typeface="Ubuntu"/>
                <a:ea typeface="Ubuntu"/>
                <a:cs typeface="Ubuntu"/>
                <a:sym typeface="Ubuntu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Ubuntu"/>
              <a:buNone/>
              <a:defRPr b="0" i="0" sz="3000" u="none" cap="none" strike="noStrike">
                <a:latin typeface="Ubuntu"/>
                <a:ea typeface="Ubuntu"/>
                <a:cs typeface="Ubuntu"/>
                <a:sym typeface="Ubuntu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Ubuntu"/>
              <a:buNone/>
              <a:defRPr b="0" i="0" sz="3000" u="none" cap="none" strike="noStrike">
                <a:latin typeface="Ubuntu"/>
                <a:ea typeface="Ubuntu"/>
                <a:cs typeface="Ubuntu"/>
                <a:sym typeface="Ubuntu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Ubuntu"/>
              <a:buNone/>
              <a:defRPr b="0" i="0" sz="3000" u="none" cap="none" strike="noStrike">
                <a:latin typeface="Ubuntu"/>
                <a:ea typeface="Ubuntu"/>
                <a:cs typeface="Ubuntu"/>
                <a:sym typeface="Ubuntu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Ubuntu"/>
              <a:buNone/>
              <a:defRPr b="0" i="0" sz="3000" u="none" cap="none" strike="noStrike">
                <a:latin typeface="Ubuntu"/>
                <a:ea typeface="Ubuntu"/>
                <a:cs typeface="Ubuntu"/>
                <a:sym typeface="Ubuntu"/>
              </a:defRPr>
            </a:lvl9pPr>
          </a:lstStyle>
          <a:p/>
        </p:txBody>
      </p:sp>
      <p:sp>
        <p:nvSpPr>
          <p:cNvPr id="327" name="Google Shape;327;p40"/>
          <p:cNvSpPr txBox="1"/>
          <p:nvPr>
            <p:ph idx="1" type="body"/>
          </p:nvPr>
        </p:nvSpPr>
        <p:spPr>
          <a:xfrm>
            <a:off x="4912950" y="1426225"/>
            <a:ext cx="3538500" cy="31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/>
            </a:lvl9pPr>
          </a:lstStyle>
          <a:p/>
        </p:txBody>
      </p:sp>
      <p:sp>
        <p:nvSpPr>
          <p:cNvPr id="328" name="Google Shape;328;p40"/>
          <p:cNvSpPr txBox="1"/>
          <p:nvPr>
            <p:ph idx="2" type="subTitle"/>
          </p:nvPr>
        </p:nvSpPr>
        <p:spPr>
          <a:xfrm>
            <a:off x="540000" y="4921525"/>
            <a:ext cx="40398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  <p:grpSp>
        <p:nvGrpSpPr>
          <p:cNvPr id="329" name="Google Shape;329;p40"/>
          <p:cNvGrpSpPr/>
          <p:nvPr/>
        </p:nvGrpSpPr>
        <p:grpSpPr>
          <a:xfrm flipH="1">
            <a:off x="4575939" y="0"/>
            <a:ext cx="4580961" cy="5146800"/>
            <a:chOff x="0" y="0"/>
            <a:chExt cx="4580961" cy="5146800"/>
          </a:xfrm>
        </p:grpSpPr>
        <p:cxnSp>
          <p:nvCxnSpPr>
            <p:cNvPr id="330" name="Google Shape;330;p40"/>
            <p:cNvCxnSpPr/>
            <p:nvPr/>
          </p:nvCxnSpPr>
          <p:spPr>
            <a:xfrm>
              <a:off x="0" y="4921525"/>
              <a:ext cx="4580100" cy="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31" name="Google Shape;331;p40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32" name="Google Shape;332;p40"/>
            <p:cNvCxnSpPr/>
            <p:nvPr/>
          </p:nvCxnSpPr>
          <p:spPr>
            <a:xfrm>
              <a:off x="20961" y="4921250"/>
              <a:ext cx="4560000" cy="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33" name="Google Shape;333;p40"/>
            <p:cNvCxnSpPr/>
            <p:nvPr/>
          </p:nvCxnSpPr>
          <p:spPr>
            <a:xfrm>
              <a:off x="0" y="228600"/>
              <a:ext cx="4571100" cy="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cxnSp>
        <p:nvCxnSpPr>
          <p:cNvPr id="334" name="Google Shape;334;p40"/>
          <p:cNvCxnSpPr/>
          <p:nvPr/>
        </p:nvCxnSpPr>
        <p:spPr>
          <a:xfrm>
            <a:off x="241500" y="0"/>
            <a:ext cx="0" cy="5146800"/>
          </a:xfrm>
          <a:prstGeom prst="straightConnector1">
            <a:avLst/>
          </a:prstGeom>
          <a:noFill/>
          <a:ln cap="flat" cmpd="sng" w="9525">
            <a:solidFill>
              <a:srgbClr val="444547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35" name="Google Shape;335;p40"/>
          <p:cNvCxnSpPr/>
          <p:nvPr/>
        </p:nvCxnSpPr>
        <p:spPr>
          <a:xfrm rot="10800000">
            <a:off x="-15050" y="4921250"/>
            <a:ext cx="4594200" cy="0"/>
          </a:xfrm>
          <a:prstGeom prst="straightConnector1">
            <a:avLst/>
          </a:prstGeom>
          <a:noFill/>
          <a:ln cap="flat" cmpd="sng" w="9525">
            <a:solidFill>
              <a:srgbClr val="444547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36" name="Google Shape;336;p40"/>
          <p:cNvCxnSpPr/>
          <p:nvPr/>
        </p:nvCxnSpPr>
        <p:spPr>
          <a:xfrm rot="10800000">
            <a:off x="-4850" y="228600"/>
            <a:ext cx="4584300" cy="0"/>
          </a:xfrm>
          <a:prstGeom prst="straightConnector1">
            <a:avLst/>
          </a:prstGeom>
          <a:noFill/>
          <a:ln cap="flat" cmpd="sng" w="9525">
            <a:solidFill>
              <a:srgbClr val="444547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337" name="Google Shape;337;p40" title="Symbol-1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1750" y="-476427"/>
            <a:ext cx="1624525" cy="1591568"/>
          </a:xfrm>
          <a:prstGeom prst="rect">
            <a:avLst/>
          </a:prstGeom>
          <a:noFill/>
          <a:ln>
            <a:noFill/>
          </a:ln>
        </p:spPr>
      </p:pic>
      <p:pic>
        <p:nvPicPr>
          <p:cNvPr id="338" name="Google Shape;338;p40" title="Symbol-5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38925" y="2767671"/>
            <a:ext cx="2390949" cy="26768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298">
          <p15:clr>
            <a:srgbClr val="FA7B17"/>
          </p15:clr>
        </p15:guide>
        <p15:guide id="2" pos="5444">
          <p15:clr>
            <a:srgbClr val="FA7B17"/>
          </p15:clr>
        </p15:guide>
        <p15:guide id="3" orient="horz" pos="340">
          <p15:clr>
            <a:srgbClr val="FA7B17"/>
          </p15:clr>
        </p15:guide>
        <p15:guide id="4" pos="2868">
          <p15:clr>
            <a:srgbClr val="FA7B17"/>
          </p15:clr>
        </p15:guide>
        <p15:guide id="5" pos="3186">
          <p15:clr>
            <a:srgbClr val="FA7B17"/>
          </p15:clr>
        </p15:guide>
        <p15:guide id="6" orient="horz" pos="2900">
          <p15:clr>
            <a:srgbClr val="E46962"/>
          </p15:clr>
        </p15:guide>
        <p15:guide id="7" orient="horz" pos="794">
          <p15:clr>
            <a:srgbClr val="E46962"/>
          </p15:clr>
        </p15:guide>
        <p15:guide id="8" orient="horz" pos="898">
          <p15:clr>
            <a:srgbClr val="E46962"/>
          </p15:clr>
        </p15:guide>
        <p15:guide id="9" orient="horz" pos="2665">
          <p15:clr>
            <a:srgbClr val="E46962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/2 photo on left  B  shape">
  <p:cSld name="TITLE_AND_BODY_2_1_1_2_1_1_2_1_1_1_2">
    <p:bg>
      <p:bgPr>
        <a:solidFill>
          <a:schemeClr val="dk1"/>
        </a:solidFill>
      </p:bgPr>
    </p:bg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0" name="Google Shape;340;p41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341" name="Google Shape;341;p41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42" name="Google Shape;342;p41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43" name="Google Shape;343;p41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44" name="Google Shape;344;p41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45" name="Google Shape;345;p41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346" name="Google Shape;346;p41"/>
          <p:cNvSpPr txBox="1"/>
          <p:nvPr>
            <p:ph type="title"/>
          </p:nvPr>
        </p:nvSpPr>
        <p:spPr>
          <a:xfrm>
            <a:off x="5020225" y="540050"/>
            <a:ext cx="3584100" cy="36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None/>
              <a:defRPr i="0" u="none" cap="none" strike="noStrike">
                <a:solidFill>
                  <a:srgbClr val="FFFFFF"/>
                </a:solidFill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/>
        </p:txBody>
      </p:sp>
      <p:sp>
        <p:nvSpPr>
          <p:cNvPr id="347" name="Google Shape;347;p41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48" name="Google Shape;348;p41"/>
          <p:cNvSpPr txBox="1"/>
          <p:nvPr>
            <p:ph idx="1" type="subTitle"/>
          </p:nvPr>
        </p:nvSpPr>
        <p:spPr>
          <a:xfrm>
            <a:off x="540000" y="4921525"/>
            <a:ext cx="48789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  <p:sp>
        <p:nvSpPr>
          <p:cNvPr id="349" name="Google Shape;349;p41"/>
          <p:cNvSpPr/>
          <p:nvPr/>
        </p:nvSpPr>
        <p:spPr>
          <a:xfrm>
            <a:off x="227075" y="222350"/>
            <a:ext cx="4700100" cy="4700100"/>
          </a:xfrm>
          <a:prstGeom prst="rect">
            <a:avLst/>
          </a:prstGeom>
          <a:solidFill>
            <a:srgbClr val="FFE5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50" name="Google Shape;350;p41"/>
          <p:cNvSpPr/>
          <p:nvPr>
            <p:ph idx="2" type="pic"/>
          </p:nvPr>
        </p:nvSpPr>
        <p:spPr>
          <a:xfrm>
            <a:off x="227075" y="223700"/>
            <a:ext cx="4700100" cy="46974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298">
          <p15:clr>
            <a:srgbClr val="FA7B17"/>
          </p15:clr>
        </p15:guide>
        <p15:guide id="2" pos="5444">
          <p15:clr>
            <a:srgbClr val="FA7B17"/>
          </p15:clr>
        </p15:guide>
        <p15:guide id="3" orient="horz" pos="340">
          <p15:clr>
            <a:srgbClr val="FA7B17"/>
          </p15:clr>
        </p15:guide>
        <p15:guide id="4" pos="2868">
          <p15:clr>
            <a:srgbClr val="FA7B17"/>
          </p15:clr>
        </p15:guide>
        <p15:guide id="5" pos="3186">
          <p15:clr>
            <a:srgbClr val="FA7B17"/>
          </p15:clr>
        </p15:guide>
        <p15:guide id="6" orient="horz" pos="2900">
          <p15:clr>
            <a:srgbClr val="E46962"/>
          </p15:clr>
        </p15:guide>
        <p15:guide id="7" orient="horz" pos="794">
          <p15:clr>
            <a:srgbClr val="E46962"/>
          </p15:clr>
        </p15:guide>
        <p15:guide id="8" orient="horz" pos="898">
          <p15:clr>
            <a:srgbClr val="E46962"/>
          </p15:clr>
        </p15:guide>
        <p15:guide id="9" orient="horz" pos="2665">
          <p15:clr>
            <a:srgbClr val="E46962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/2 photo on left  B  shape">
  <p:cSld name="TITLE_AND_BODY_2_1_1_2_1_1_2_1_1_1_1">
    <p:bg>
      <p:bgPr>
        <a:solidFill>
          <a:schemeClr val="dk1"/>
        </a:solidFill>
      </p:bgPr>
    </p:bg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2" name="Google Shape;352;p42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353" name="Google Shape;353;p42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54" name="Google Shape;354;p42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55" name="Google Shape;355;p42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56" name="Google Shape;356;p42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57" name="Google Shape;357;p42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358" name="Google Shape;358;p42"/>
          <p:cNvSpPr txBox="1"/>
          <p:nvPr>
            <p:ph type="title"/>
          </p:nvPr>
        </p:nvSpPr>
        <p:spPr>
          <a:xfrm>
            <a:off x="5020225" y="540050"/>
            <a:ext cx="3584100" cy="36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None/>
              <a:defRPr i="0" u="none" cap="none" strike="noStrike">
                <a:solidFill>
                  <a:srgbClr val="FFFFFF"/>
                </a:solidFill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/>
        </p:txBody>
      </p:sp>
      <p:sp>
        <p:nvSpPr>
          <p:cNvPr id="359" name="Google Shape;359;p42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0" name="Google Shape;360;p42"/>
          <p:cNvSpPr txBox="1"/>
          <p:nvPr>
            <p:ph idx="1" type="subTitle"/>
          </p:nvPr>
        </p:nvSpPr>
        <p:spPr>
          <a:xfrm>
            <a:off x="540000" y="4921525"/>
            <a:ext cx="48789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  <p:sp>
        <p:nvSpPr>
          <p:cNvPr id="361" name="Google Shape;361;p42"/>
          <p:cNvSpPr/>
          <p:nvPr>
            <p:ph idx="2" type="pic"/>
          </p:nvPr>
        </p:nvSpPr>
        <p:spPr>
          <a:xfrm>
            <a:off x="236250" y="223700"/>
            <a:ext cx="4700100" cy="4697400"/>
          </a:xfrm>
          <a:prstGeom prst="ellipse">
            <a:avLst/>
          </a:prstGeom>
          <a:noFill/>
          <a:ln>
            <a:noFill/>
          </a:ln>
        </p:spPr>
      </p:sp>
      <p:pic>
        <p:nvPicPr>
          <p:cNvPr id="362" name="Google Shape;362;p42" title="Symbol-2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127" y="-5"/>
            <a:ext cx="1090240" cy="12205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3" name="Google Shape;363;p42" title="Symbol-9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06648" y="3307151"/>
            <a:ext cx="813575" cy="183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298">
          <p15:clr>
            <a:srgbClr val="FA7B17"/>
          </p15:clr>
        </p15:guide>
        <p15:guide id="2" pos="5444">
          <p15:clr>
            <a:srgbClr val="FA7B17"/>
          </p15:clr>
        </p15:guide>
        <p15:guide id="3" orient="horz" pos="340">
          <p15:clr>
            <a:srgbClr val="FA7B17"/>
          </p15:clr>
        </p15:guide>
        <p15:guide id="4" pos="2868">
          <p15:clr>
            <a:srgbClr val="FA7B17"/>
          </p15:clr>
        </p15:guide>
        <p15:guide id="5" pos="3186">
          <p15:clr>
            <a:srgbClr val="FA7B17"/>
          </p15:clr>
        </p15:guide>
        <p15:guide id="6" orient="horz" pos="2900">
          <p15:clr>
            <a:srgbClr val="E46962"/>
          </p15:clr>
        </p15:guide>
        <p15:guide id="7" orient="horz" pos="794">
          <p15:clr>
            <a:srgbClr val="E46962"/>
          </p15:clr>
        </p15:guide>
        <p15:guide id="8" orient="horz" pos="898">
          <p15:clr>
            <a:srgbClr val="E46962"/>
          </p15:clr>
        </p15:guide>
        <p15:guide id="9" orient="horz" pos="2665">
          <p15:clr>
            <a:srgbClr val="E46962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blocks A">
  <p:cSld name="TITLE_AND_BODY_2_1_1_3_1_4">
    <p:bg>
      <p:bgPr>
        <a:solidFill>
          <a:schemeClr val="dk1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43"/>
          <p:cNvSpPr txBox="1"/>
          <p:nvPr>
            <p:ph idx="1" type="subTitle"/>
          </p:nvPr>
        </p:nvSpPr>
        <p:spPr>
          <a:xfrm>
            <a:off x="540143" y="4774275"/>
            <a:ext cx="34842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i="0" sz="1000" u="none" cap="none" strike="noStrike"/>
            </a:lvl1pPr>
            <a:lvl2pPr lvl="1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  <p:sp>
        <p:nvSpPr>
          <p:cNvPr id="366" name="Google Shape;366;p43"/>
          <p:cNvSpPr txBox="1"/>
          <p:nvPr>
            <p:ph idx="2" type="body"/>
          </p:nvPr>
        </p:nvSpPr>
        <p:spPr>
          <a:xfrm>
            <a:off x="540150" y="2217925"/>
            <a:ext cx="3724500" cy="238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67" name="Google Shape;367;p43"/>
          <p:cNvSpPr txBox="1"/>
          <p:nvPr>
            <p:ph idx="3" type="body"/>
          </p:nvPr>
        </p:nvSpPr>
        <p:spPr>
          <a:xfrm>
            <a:off x="4879350" y="2217925"/>
            <a:ext cx="3724500" cy="238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68" name="Google Shape;368;p43"/>
          <p:cNvSpPr txBox="1"/>
          <p:nvPr>
            <p:ph type="title"/>
          </p:nvPr>
        </p:nvSpPr>
        <p:spPr>
          <a:xfrm>
            <a:off x="537925" y="540000"/>
            <a:ext cx="8028900" cy="7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None/>
              <a:defRPr sz="3400">
                <a:solidFill>
                  <a:srgbClr val="FFFFFF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9pPr>
          </a:lstStyle>
          <a:p/>
        </p:txBody>
      </p:sp>
      <p:grpSp>
        <p:nvGrpSpPr>
          <p:cNvPr id="369" name="Google Shape;369;p43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370" name="Google Shape;370;p43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1" name="Google Shape;371;p43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2" name="Google Shape;372;p43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3" name="Google Shape;373;p43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4" name="Google Shape;374;p43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cxnSp>
        <p:nvCxnSpPr>
          <p:cNvPr id="375" name="Google Shape;375;p43"/>
          <p:cNvCxnSpPr/>
          <p:nvPr/>
        </p:nvCxnSpPr>
        <p:spPr>
          <a:xfrm>
            <a:off x="4571996" y="1580275"/>
            <a:ext cx="0" cy="3340800"/>
          </a:xfrm>
          <a:prstGeom prst="straightConnector1">
            <a:avLst/>
          </a:prstGeom>
          <a:noFill/>
          <a:ln cap="flat" cmpd="sng" w="9525">
            <a:solidFill>
              <a:srgbClr val="444547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76" name="Google Shape;376;p43"/>
          <p:cNvCxnSpPr/>
          <p:nvPr/>
        </p:nvCxnSpPr>
        <p:spPr>
          <a:xfrm>
            <a:off x="235725" y="1584025"/>
            <a:ext cx="8692800" cy="0"/>
          </a:xfrm>
          <a:prstGeom prst="straightConnector1">
            <a:avLst/>
          </a:prstGeom>
          <a:noFill/>
          <a:ln cap="flat" cmpd="sng" w="9525">
            <a:solidFill>
              <a:srgbClr val="444547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77" name="Google Shape;377;p43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8" name="Google Shape;378;p43"/>
          <p:cNvSpPr txBox="1"/>
          <p:nvPr>
            <p:ph idx="4" type="subTitle"/>
          </p:nvPr>
        </p:nvSpPr>
        <p:spPr>
          <a:xfrm>
            <a:off x="540000" y="4921525"/>
            <a:ext cx="48789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  <p:sp>
        <p:nvSpPr>
          <p:cNvPr id="379" name="Google Shape;379;p43"/>
          <p:cNvSpPr txBox="1"/>
          <p:nvPr>
            <p:ph idx="5" type="subTitle"/>
          </p:nvPr>
        </p:nvSpPr>
        <p:spPr>
          <a:xfrm>
            <a:off x="537925" y="1819483"/>
            <a:ext cx="36309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/>
        </p:txBody>
      </p:sp>
      <p:sp>
        <p:nvSpPr>
          <p:cNvPr id="380" name="Google Shape;380;p43"/>
          <p:cNvSpPr txBox="1"/>
          <p:nvPr>
            <p:ph idx="6" type="subTitle"/>
          </p:nvPr>
        </p:nvSpPr>
        <p:spPr>
          <a:xfrm>
            <a:off x="4879350" y="1819483"/>
            <a:ext cx="36309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/>
        </p:txBody>
      </p:sp>
      <p:sp>
        <p:nvSpPr>
          <p:cNvPr id="381" name="Google Shape;381;p43"/>
          <p:cNvSpPr txBox="1"/>
          <p:nvPr>
            <p:ph idx="7" type="subTitle"/>
          </p:nvPr>
        </p:nvSpPr>
        <p:spPr>
          <a:xfrm>
            <a:off x="537925" y="353075"/>
            <a:ext cx="36309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Geist Mono Medium"/>
              <a:buNone/>
              <a:defRPr sz="800">
                <a:solidFill>
                  <a:schemeClr val="accent1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40">
          <p15:clr>
            <a:srgbClr val="FA7B17"/>
          </p15:clr>
        </p15:guide>
        <p15:guide id="2" pos="5420">
          <p15:clr>
            <a:srgbClr val="FA7B17"/>
          </p15:clr>
        </p15:guide>
        <p15:guide id="3" orient="horz" pos="340">
          <p15:clr>
            <a:srgbClr val="FA7B17"/>
          </p15:clr>
        </p15:guide>
        <p15:guide id="4" orient="horz" pos="2900">
          <p15:clr>
            <a:srgbClr val="E46962"/>
          </p15:clr>
        </p15:guide>
        <p15:guide id="5" orient="horz" pos="1304">
          <p15:clr>
            <a:srgbClr val="E46962"/>
          </p15:clr>
        </p15:guide>
        <p15:guide id="6" orient="horz" pos="1077">
          <p15:clr>
            <a:srgbClr val="E46962"/>
          </p15:clr>
        </p15:guide>
        <p15:guide id="7" pos="3074">
          <p15:clr>
            <a:srgbClr val="E46962"/>
          </p15:clr>
        </p15:guide>
        <p15:guide id="8" pos="2686">
          <p15:clr>
            <a:srgbClr val="E46962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blocks A shape">
  <p:cSld name="CUSTOM_5">
    <p:bg>
      <p:bgPr>
        <a:solidFill>
          <a:schemeClr val="dk1"/>
        </a:solidFill>
      </p:bgPr>
    </p:bg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44"/>
          <p:cNvSpPr txBox="1"/>
          <p:nvPr>
            <p:ph type="title"/>
          </p:nvPr>
        </p:nvSpPr>
        <p:spPr>
          <a:xfrm>
            <a:off x="537925" y="540000"/>
            <a:ext cx="8028900" cy="7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None/>
              <a:defRPr sz="3400">
                <a:solidFill>
                  <a:srgbClr val="FFFFFF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9pPr>
          </a:lstStyle>
          <a:p/>
        </p:txBody>
      </p:sp>
      <p:grpSp>
        <p:nvGrpSpPr>
          <p:cNvPr id="384" name="Google Shape;384;p44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385" name="Google Shape;385;p44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86" name="Google Shape;386;p44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87" name="Google Shape;387;p44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88" name="Google Shape;388;p44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89" name="Google Shape;389;p44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cxnSp>
        <p:nvCxnSpPr>
          <p:cNvPr id="390" name="Google Shape;390;p44"/>
          <p:cNvCxnSpPr/>
          <p:nvPr/>
        </p:nvCxnSpPr>
        <p:spPr>
          <a:xfrm>
            <a:off x="235725" y="1584025"/>
            <a:ext cx="8692800" cy="0"/>
          </a:xfrm>
          <a:prstGeom prst="straightConnector1">
            <a:avLst/>
          </a:prstGeom>
          <a:noFill/>
          <a:ln cap="flat" cmpd="sng" w="9525">
            <a:solidFill>
              <a:srgbClr val="444547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91" name="Google Shape;391;p44"/>
          <p:cNvCxnSpPr/>
          <p:nvPr/>
        </p:nvCxnSpPr>
        <p:spPr>
          <a:xfrm>
            <a:off x="4571996" y="1580275"/>
            <a:ext cx="0" cy="3340800"/>
          </a:xfrm>
          <a:prstGeom prst="straightConnector1">
            <a:avLst/>
          </a:prstGeom>
          <a:noFill/>
          <a:ln cap="flat" cmpd="sng" w="9525">
            <a:solidFill>
              <a:srgbClr val="444547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92" name="Google Shape;392;p44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3" name="Google Shape;393;p44"/>
          <p:cNvSpPr txBox="1"/>
          <p:nvPr>
            <p:ph idx="1" type="subTitle"/>
          </p:nvPr>
        </p:nvSpPr>
        <p:spPr>
          <a:xfrm>
            <a:off x="540000" y="4921525"/>
            <a:ext cx="48789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  <p:sp>
        <p:nvSpPr>
          <p:cNvPr id="394" name="Google Shape;394;p44"/>
          <p:cNvSpPr txBox="1"/>
          <p:nvPr>
            <p:ph idx="2" type="subTitle"/>
          </p:nvPr>
        </p:nvSpPr>
        <p:spPr>
          <a:xfrm>
            <a:off x="537925" y="353075"/>
            <a:ext cx="36309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Geist Mono Medium"/>
              <a:buNone/>
              <a:defRPr sz="800">
                <a:solidFill>
                  <a:schemeClr val="accent1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pic>
        <p:nvPicPr>
          <p:cNvPr id="395" name="Google Shape;395;p44" title="Symbol-2.png"/>
          <p:cNvPicPr preferRelativeResize="0"/>
          <p:nvPr/>
        </p:nvPicPr>
        <p:blipFill rotWithShape="1">
          <a:blip r:embed="rId2">
            <a:alphaModFix/>
          </a:blip>
          <a:srcRect b="0" l="78647" r="0" t="0"/>
          <a:stretch/>
        </p:blipFill>
        <p:spPr>
          <a:xfrm>
            <a:off x="-9" y="3700475"/>
            <a:ext cx="232800" cy="12205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96" name="Google Shape;396;p44" title="Symbol-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8427000" y="0"/>
            <a:ext cx="717000" cy="1580274"/>
          </a:xfrm>
          <a:prstGeom prst="rect">
            <a:avLst/>
          </a:prstGeom>
          <a:noFill/>
          <a:ln>
            <a:noFill/>
          </a:ln>
        </p:spPr>
      </p:pic>
      <p:sp>
        <p:nvSpPr>
          <p:cNvPr id="397" name="Google Shape;397;p44"/>
          <p:cNvSpPr txBox="1"/>
          <p:nvPr>
            <p:ph idx="3" type="body"/>
          </p:nvPr>
        </p:nvSpPr>
        <p:spPr>
          <a:xfrm>
            <a:off x="540150" y="2217925"/>
            <a:ext cx="3724500" cy="238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8" name="Google Shape;398;p44"/>
          <p:cNvSpPr txBox="1"/>
          <p:nvPr>
            <p:ph idx="4" type="body"/>
          </p:nvPr>
        </p:nvSpPr>
        <p:spPr>
          <a:xfrm>
            <a:off x="4879350" y="2217925"/>
            <a:ext cx="3724500" cy="238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9" name="Google Shape;399;p44"/>
          <p:cNvSpPr txBox="1"/>
          <p:nvPr>
            <p:ph idx="5" type="subTitle"/>
          </p:nvPr>
        </p:nvSpPr>
        <p:spPr>
          <a:xfrm>
            <a:off x="537925" y="1819483"/>
            <a:ext cx="36309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/>
        </p:txBody>
      </p:sp>
      <p:sp>
        <p:nvSpPr>
          <p:cNvPr id="400" name="Google Shape;400;p44"/>
          <p:cNvSpPr txBox="1"/>
          <p:nvPr>
            <p:ph idx="6" type="subTitle"/>
          </p:nvPr>
        </p:nvSpPr>
        <p:spPr>
          <a:xfrm>
            <a:off x="4879350" y="1819483"/>
            <a:ext cx="36309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slide">
  <p:cSld name="TITLE_AND_BODY_1_6_2_3"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45"/>
          <p:cNvSpPr/>
          <p:nvPr>
            <p:ph idx="2" type="pic"/>
          </p:nvPr>
        </p:nvSpPr>
        <p:spPr>
          <a:xfrm>
            <a:off x="-27050" y="-26100"/>
            <a:ext cx="9236400" cy="5184600"/>
          </a:xfrm>
          <a:prstGeom prst="rect">
            <a:avLst/>
          </a:prstGeom>
          <a:noFill/>
          <a:ln>
            <a:noFill/>
          </a:ln>
        </p:spPr>
      </p:sp>
      <p:sp>
        <p:nvSpPr>
          <p:cNvPr id="403" name="Google Shape;403;p45"/>
          <p:cNvSpPr txBox="1"/>
          <p:nvPr>
            <p:ph idx="12" type="sldNum"/>
          </p:nvPr>
        </p:nvSpPr>
        <p:spPr>
          <a:xfrm>
            <a:off x="8353182" y="4942350"/>
            <a:ext cx="5487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</a:defRPr>
            </a:lvl1pPr>
            <a:lvl2pPr lvl="1">
              <a:buNone/>
              <a:defRPr sz="800">
                <a:solidFill>
                  <a:schemeClr val="dk2"/>
                </a:solidFill>
              </a:defRPr>
            </a:lvl2pPr>
            <a:lvl3pPr lvl="2">
              <a:buNone/>
              <a:defRPr sz="800">
                <a:solidFill>
                  <a:schemeClr val="dk2"/>
                </a:solidFill>
              </a:defRPr>
            </a:lvl3pPr>
            <a:lvl4pPr lvl="3">
              <a:buNone/>
              <a:defRPr sz="800">
                <a:solidFill>
                  <a:schemeClr val="dk2"/>
                </a:solidFill>
              </a:defRPr>
            </a:lvl4pPr>
            <a:lvl5pPr lvl="4">
              <a:buNone/>
              <a:defRPr sz="800">
                <a:solidFill>
                  <a:schemeClr val="dk2"/>
                </a:solidFill>
              </a:defRPr>
            </a:lvl5pPr>
            <a:lvl6pPr lvl="5">
              <a:buNone/>
              <a:defRPr sz="800">
                <a:solidFill>
                  <a:schemeClr val="dk2"/>
                </a:solidFill>
              </a:defRPr>
            </a:lvl6pPr>
            <a:lvl7pPr lvl="6">
              <a:buNone/>
              <a:defRPr sz="800">
                <a:solidFill>
                  <a:schemeClr val="dk2"/>
                </a:solidFill>
              </a:defRPr>
            </a:lvl7pPr>
            <a:lvl8pPr lvl="7">
              <a:buNone/>
              <a:defRPr sz="800">
                <a:solidFill>
                  <a:schemeClr val="dk2"/>
                </a:solidFill>
              </a:defRPr>
            </a:lvl8pPr>
            <a:lvl9pPr lvl="8">
              <a:buNone/>
              <a:defRPr sz="8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5420">
          <p15:clr>
            <a:srgbClr val="FA7B17"/>
          </p15:clr>
        </p15:guide>
        <p15:guide id="2" pos="340">
          <p15:clr>
            <a:srgbClr val="E46962"/>
          </p15:clr>
        </p15:guide>
        <p15:guide id="3" orient="horz" pos="2901">
          <p15:clr>
            <a:srgbClr val="E46962"/>
          </p15:clr>
        </p15:guide>
        <p15:guide id="4" orient="horz" pos="3100">
          <p15:clr>
            <a:srgbClr val="E46962"/>
          </p15:clr>
        </p15:guide>
        <p15:guide id="5" orient="horz" pos="1073">
          <p15:clr>
            <a:srgbClr val="E46962"/>
          </p15:clr>
        </p15:guide>
        <p15:guide id="6" orient="horz" pos="1300">
          <p15:clr>
            <a:srgbClr val="E46962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/3 Footer image">
  <p:cSld name="TITLE_AND_BODY_1_6_2_3_2">
    <p:bg>
      <p:bgPr>
        <a:solidFill>
          <a:schemeClr val="dk1"/>
        </a:solidFill>
      </p:bgPr>
    </p:bg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46"/>
          <p:cNvSpPr txBox="1"/>
          <p:nvPr>
            <p:ph idx="1" type="subTitle"/>
          </p:nvPr>
        </p:nvSpPr>
        <p:spPr>
          <a:xfrm>
            <a:off x="540000" y="1106925"/>
            <a:ext cx="8064000" cy="33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1200">
                <a:solidFill>
                  <a:schemeClr val="lt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1200">
                <a:solidFill>
                  <a:schemeClr val="lt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1200">
                <a:solidFill>
                  <a:schemeClr val="lt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1000">
                <a:solidFill>
                  <a:schemeClr val="lt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1000">
                <a:solidFill>
                  <a:schemeClr val="lt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1000">
                <a:solidFill>
                  <a:schemeClr val="lt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1000">
                <a:solidFill>
                  <a:schemeClr val="lt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6" name="Google Shape;406;p46"/>
          <p:cNvSpPr/>
          <p:nvPr>
            <p:ph idx="2" type="pic"/>
          </p:nvPr>
        </p:nvSpPr>
        <p:spPr>
          <a:xfrm>
            <a:off x="-27050" y="1703225"/>
            <a:ext cx="9236400" cy="3455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07" name="Google Shape;407;p46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408" name="Google Shape;408;p46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09" name="Google Shape;409;p46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10" name="Google Shape;410;p46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11" name="Google Shape;411;p46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12" name="Google Shape;412;p46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413" name="Google Shape;413;p46"/>
          <p:cNvSpPr txBox="1"/>
          <p:nvPr>
            <p:ph type="title"/>
          </p:nvPr>
        </p:nvSpPr>
        <p:spPr>
          <a:xfrm>
            <a:off x="537925" y="540000"/>
            <a:ext cx="80289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None/>
              <a:defRPr sz="3400">
                <a:solidFill>
                  <a:srgbClr val="FFFFFF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9pPr>
          </a:lstStyle>
          <a:p/>
        </p:txBody>
      </p:sp>
      <p:sp>
        <p:nvSpPr>
          <p:cNvPr id="414" name="Google Shape;414;p46"/>
          <p:cNvSpPr txBox="1"/>
          <p:nvPr>
            <p:ph idx="12" type="sldNum"/>
          </p:nvPr>
        </p:nvSpPr>
        <p:spPr>
          <a:xfrm>
            <a:off x="8353182" y="4942350"/>
            <a:ext cx="5487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</a:defRPr>
            </a:lvl1pPr>
            <a:lvl2pPr lvl="1">
              <a:buNone/>
              <a:defRPr sz="800">
                <a:solidFill>
                  <a:schemeClr val="dk2"/>
                </a:solidFill>
              </a:defRPr>
            </a:lvl2pPr>
            <a:lvl3pPr lvl="2">
              <a:buNone/>
              <a:defRPr sz="800">
                <a:solidFill>
                  <a:schemeClr val="dk2"/>
                </a:solidFill>
              </a:defRPr>
            </a:lvl3pPr>
            <a:lvl4pPr lvl="3">
              <a:buNone/>
              <a:defRPr sz="800">
                <a:solidFill>
                  <a:schemeClr val="dk2"/>
                </a:solidFill>
              </a:defRPr>
            </a:lvl4pPr>
            <a:lvl5pPr lvl="4">
              <a:buNone/>
              <a:defRPr sz="800">
                <a:solidFill>
                  <a:schemeClr val="dk2"/>
                </a:solidFill>
              </a:defRPr>
            </a:lvl5pPr>
            <a:lvl6pPr lvl="5">
              <a:buNone/>
              <a:defRPr sz="800">
                <a:solidFill>
                  <a:schemeClr val="dk2"/>
                </a:solidFill>
              </a:defRPr>
            </a:lvl6pPr>
            <a:lvl7pPr lvl="6">
              <a:buNone/>
              <a:defRPr sz="800">
                <a:solidFill>
                  <a:schemeClr val="dk2"/>
                </a:solidFill>
              </a:defRPr>
            </a:lvl7pPr>
            <a:lvl8pPr lvl="7">
              <a:buNone/>
              <a:defRPr sz="800">
                <a:solidFill>
                  <a:schemeClr val="dk2"/>
                </a:solidFill>
              </a:defRPr>
            </a:lvl8pPr>
            <a:lvl9pPr lvl="8">
              <a:buNone/>
              <a:defRPr sz="8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5420">
          <p15:clr>
            <a:srgbClr val="FA7B17"/>
          </p15:clr>
        </p15:guide>
        <p15:guide id="2" pos="340">
          <p15:clr>
            <a:srgbClr val="E46962"/>
          </p15:clr>
        </p15:guide>
        <p15:guide id="3" orient="horz" pos="2901">
          <p15:clr>
            <a:srgbClr val="E46962"/>
          </p15:clr>
        </p15:guide>
        <p15:guide id="4" orient="horz" pos="3100">
          <p15:clr>
            <a:srgbClr val="E46962"/>
          </p15:clr>
        </p15:guide>
        <p15:guide id="5" orient="horz" pos="1073">
          <p15:clr>
            <a:srgbClr val="E46962"/>
          </p15:clr>
        </p15:guide>
        <p15:guide id="6" orient="horz" pos="1300">
          <p15:clr>
            <a:srgbClr val="E46962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/3 Code image ">
  <p:cSld name="TITLE_AND_BODY_1_6_2_3_2_1">
    <p:bg>
      <p:bgPr>
        <a:solidFill>
          <a:schemeClr val="dk1"/>
        </a:solidFill>
      </p:bgPr>
    </p:bg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47"/>
          <p:cNvSpPr txBox="1"/>
          <p:nvPr>
            <p:ph idx="1" type="subTitle"/>
          </p:nvPr>
        </p:nvSpPr>
        <p:spPr>
          <a:xfrm>
            <a:off x="540000" y="1106925"/>
            <a:ext cx="8064000" cy="33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1200">
                <a:solidFill>
                  <a:schemeClr val="lt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1200">
                <a:solidFill>
                  <a:schemeClr val="lt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1200">
                <a:solidFill>
                  <a:schemeClr val="lt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1000">
                <a:solidFill>
                  <a:schemeClr val="lt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1000">
                <a:solidFill>
                  <a:schemeClr val="lt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1000">
                <a:solidFill>
                  <a:schemeClr val="lt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1000">
                <a:solidFill>
                  <a:schemeClr val="lt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grpSp>
        <p:nvGrpSpPr>
          <p:cNvPr id="417" name="Google Shape;417;p47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418" name="Google Shape;418;p47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19" name="Google Shape;419;p47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0" name="Google Shape;420;p47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1" name="Google Shape;421;p47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2" name="Google Shape;422;p47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423" name="Google Shape;423;p47"/>
          <p:cNvSpPr txBox="1"/>
          <p:nvPr>
            <p:ph type="title"/>
          </p:nvPr>
        </p:nvSpPr>
        <p:spPr>
          <a:xfrm>
            <a:off x="537925" y="540000"/>
            <a:ext cx="80289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None/>
              <a:defRPr sz="3400">
                <a:solidFill>
                  <a:srgbClr val="FFFFFF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9pPr>
          </a:lstStyle>
          <a:p/>
        </p:txBody>
      </p:sp>
      <p:sp>
        <p:nvSpPr>
          <p:cNvPr id="424" name="Google Shape;424;p47"/>
          <p:cNvSpPr txBox="1"/>
          <p:nvPr>
            <p:ph idx="12" type="sldNum"/>
          </p:nvPr>
        </p:nvSpPr>
        <p:spPr>
          <a:xfrm>
            <a:off x="8353182" y="4942350"/>
            <a:ext cx="5487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</a:defRPr>
            </a:lvl1pPr>
            <a:lvl2pPr lvl="1">
              <a:buNone/>
              <a:defRPr sz="800">
                <a:solidFill>
                  <a:schemeClr val="dk2"/>
                </a:solidFill>
              </a:defRPr>
            </a:lvl2pPr>
            <a:lvl3pPr lvl="2">
              <a:buNone/>
              <a:defRPr sz="800">
                <a:solidFill>
                  <a:schemeClr val="dk2"/>
                </a:solidFill>
              </a:defRPr>
            </a:lvl3pPr>
            <a:lvl4pPr lvl="3">
              <a:buNone/>
              <a:defRPr sz="800">
                <a:solidFill>
                  <a:schemeClr val="dk2"/>
                </a:solidFill>
              </a:defRPr>
            </a:lvl4pPr>
            <a:lvl5pPr lvl="4">
              <a:buNone/>
              <a:defRPr sz="800">
                <a:solidFill>
                  <a:schemeClr val="dk2"/>
                </a:solidFill>
              </a:defRPr>
            </a:lvl5pPr>
            <a:lvl6pPr lvl="5">
              <a:buNone/>
              <a:defRPr sz="800">
                <a:solidFill>
                  <a:schemeClr val="dk2"/>
                </a:solidFill>
              </a:defRPr>
            </a:lvl6pPr>
            <a:lvl7pPr lvl="6">
              <a:buNone/>
              <a:defRPr sz="800">
                <a:solidFill>
                  <a:schemeClr val="dk2"/>
                </a:solidFill>
              </a:defRPr>
            </a:lvl7pPr>
            <a:lvl8pPr lvl="7">
              <a:buNone/>
              <a:defRPr sz="800">
                <a:solidFill>
                  <a:schemeClr val="dk2"/>
                </a:solidFill>
              </a:defRPr>
            </a:lvl8pPr>
            <a:lvl9pPr lvl="8">
              <a:buNone/>
              <a:defRPr sz="8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25" name="Google Shape;425;p47" title="Code.png"/>
          <p:cNvPicPr preferRelativeResize="0"/>
          <p:nvPr/>
        </p:nvPicPr>
        <p:blipFill rotWithShape="1">
          <a:blip r:embed="rId2">
            <a:alphaModFix/>
          </a:blip>
          <a:srcRect b="0" l="20" r="20" t="0"/>
          <a:stretch/>
        </p:blipFill>
        <p:spPr>
          <a:xfrm>
            <a:off x="1178825" y="1885550"/>
            <a:ext cx="6747099" cy="3259278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47"/>
          <p:cNvSpPr/>
          <p:nvPr>
            <p:ph idx="2" type="pic"/>
          </p:nvPr>
        </p:nvSpPr>
        <p:spPr>
          <a:xfrm>
            <a:off x="1880775" y="2245175"/>
            <a:ext cx="5339700" cy="2891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420">
          <p15:clr>
            <a:srgbClr val="FA7B17"/>
          </p15:clr>
        </p15:guide>
        <p15:guide id="2" pos="340">
          <p15:clr>
            <a:srgbClr val="E46962"/>
          </p15:clr>
        </p15:guide>
        <p15:guide id="3" orient="horz" pos="2901">
          <p15:clr>
            <a:srgbClr val="E46962"/>
          </p15:clr>
        </p15:guide>
        <p15:guide id="4" orient="horz" pos="3100">
          <p15:clr>
            <a:srgbClr val="E46962"/>
          </p15:clr>
        </p15:guide>
        <p15:guide id="5" orient="horz" pos="1073">
          <p15:clr>
            <a:srgbClr val="E46962"/>
          </p15:clr>
        </p15:guide>
        <p15:guide id="6" orient="horz" pos="1300">
          <p15:clr>
            <a:srgbClr val="E46962"/>
          </p15:clr>
        </p15:guide>
        <p15:guide id="7" pos="743">
          <p15:clr>
            <a:srgbClr val="E46962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/3 Header image">
  <p:cSld name="TITLE_AND_BODY_1_6_2_3_1_1_1">
    <p:bg>
      <p:bgPr>
        <a:solidFill>
          <a:schemeClr val="dk1"/>
        </a:solidFill>
      </p:bgPr>
    </p:bg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48"/>
          <p:cNvSpPr txBox="1"/>
          <p:nvPr>
            <p:ph type="title"/>
          </p:nvPr>
        </p:nvSpPr>
        <p:spPr>
          <a:xfrm>
            <a:off x="540000" y="4055231"/>
            <a:ext cx="8064000" cy="67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>
                <a:solidFill>
                  <a:schemeClr val="lt1"/>
                </a:solidFill>
                <a:latin typeface="Ubuntu Light"/>
                <a:ea typeface="Ubuntu Light"/>
                <a:cs typeface="Ubuntu Light"/>
                <a:sym typeface="Ubuntu Ligh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>
                <a:solidFill>
                  <a:schemeClr val="lt1"/>
                </a:solidFill>
                <a:latin typeface="Ubuntu Light"/>
                <a:ea typeface="Ubuntu Light"/>
                <a:cs typeface="Ubuntu Light"/>
                <a:sym typeface="Ubuntu Ligh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>
                <a:solidFill>
                  <a:schemeClr val="lt1"/>
                </a:solidFill>
                <a:latin typeface="Ubuntu Light"/>
                <a:ea typeface="Ubuntu Light"/>
                <a:cs typeface="Ubuntu Light"/>
                <a:sym typeface="Ubuntu Ligh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>
                <a:solidFill>
                  <a:schemeClr val="lt1"/>
                </a:solidFill>
                <a:latin typeface="Ubuntu Light"/>
                <a:ea typeface="Ubuntu Light"/>
                <a:cs typeface="Ubuntu Light"/>
                <a:sym typeface="Ubuntu Ligh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>
                <a:solidFill>
                  <a:schemeClr val="lt1"/>
                </a:solidFill>
                <a:latin typeface="Ubuntu Light"/>
                <a:ea typeface="Ubuntu Light"/>
                <a:cs typeface="Ubuntu Light"/>
                <a:sym typeface="Ubuntu Ligh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>
                <a:solidFill>
                  <a:schemeClr val="lt1"/>
                </a:solidFill>
                <a:latin typeface="Ubuntu Light"/>
                <a:ea typeface="Ubuntu Light"/>
                <a:cs typeface="Ubuntu Light"/>
                <a:sym typeface="Ubuntu Ligh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>
                <a:solidFill>
                  <a:schemeClr val="lt1"/>
                </a:solidFill>
                <a:latin typeface="Ubuntu Light"/>
                <a:ea typeface="Ubuntu Light"/>
                <a:cs typeface="Ubuntu Light"/>
                <a:sym typeface="Ubuntu Ligh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>
                <a:solidFill>
                  <a:schemeClr val="lt1"/>
                </a:solidFill>
                <a:latin typeface="Ubuntu Light"/>
                <a:ea typeface="Ubuntu Light"/>
                <a:cs typeface="Ubuntu Light"/>
                <a:sym typeface="Ubuntu Light"/>
              </a:defRPr>
            </a:lvl9pPr>
          </a:lstStyle>
          <a:p/>
        </p:txBody>
      </p:sp>
      <p:sp>
        <p:nvSpPr>
          <p:cNvPr id="429" name="Google Shape;429;p48"/>
          <p:cNvSpPr txBox="1"/>
          <p:nvPr>
            <p:ph idx="1" type="subTitle"/>
          </p:nvPr>
        </p:nvSpPr>
        <p:spPr>
          <a:xfrm>
            <a:off x="540000" y="3829140"/>
            <a:ext cx="80640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0" name="Google Shape;430;p48"/>
          <p:cNvSpPr/>
          <p:nvPr>
            <p:ph idx="2" type="pic"/>
          </p:nvPr>
        </p:nvSpPr>
        <p:spPr>
          <a:xfrm>
            <a:off x="-27050" y="-15175"/>
            <a:ext cx="9236400" cy="3455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31" name="Google Shape;431;p48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432" name="Google Shape;432;p48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3" name="Google Shape;433;p48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4" name="Google Shape;434;p48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5" name="Google Shape;435;p48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6" name="Google Shape;436;p48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437" name="Google Shape;437;p48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8" name="Google Shape;438;p48"/>
          <p:cNvSpPr txBox="1"/>
          <p:nvPr>
            <p:ph idx="3" type="subTitle"/>
          </p:nvPr>
        </p:nvSpPr>
        <p:spPr>
          <a:xfrm>
            <a:off x="540000" y="4921525"/>
            <a:ext cx="48789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5420">
          <p15:clr>
            <a:srgbClr val="FA7B17"/>
          </p15:clr>
        </p15:guide>
        <p15:guide id="2" pos="340">
          <p15:clr>
            <a:srgbClr val="E46962"/>
          </p15:clr>
        </p15:guide>
        <p15:guide id="3" orient="horz" pos="2901">
          <p15:clr>
            <a:srgbClr val="E46962"/>
          </p15:clr>
        </p15:guide>
        <p15:guide id="4" orient="horz" pos="3100">
          <p15:clr>
            <a:srgbClr val="E46962"/>
          </p15:clr>
        </p15:guide>
        <p15:guide id="5" orient="horz" pos="1073">
          <p15:clr>
            <a:srgbClr val="E46962"/>
          </p15:clr>
        </p15:guide>
        <p15:guide id="6" orient="horz" pos="1300">
          <p15:clr>
            <a:srgbClr val="E46962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blocks">
  <p:cSld name="TITLE_AND_TWO_COLUMNS_1_1_1">
    <p:bg>
      <p:bgPr>
        <a:solidFill>
          <a:schemeClr val="dk1"/>
        </a:solidFill>
      </p:bgPr>
    </p:bg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49"/>
          <p:cNvSpPr txBox="1"/>
          <p:nvPr>
            <p:ph idx="1" type="subTitle"/>
          </p:nvPr>
        </p:nvSpPr>
        <p:spPr>
          <a:xfrm>
            <a:off x="540000" y="1800000"/>
            <a:ext cx="23400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/>
        </p:txBody>
      </p:sp>
      <p:sp>
        <p:nvSpPr>
          <p:cNvPr id="441" name="Google Shape;441;p49"/>
          <p:cNvSpPr txBox="1"/>
          <p:nvPr>
            <p:ph idx="2" type="subTitle"/>
          </p:nvPr>
        </p:nvSpPr>
        <p:spPr>
          <a:xfrm>
            <a:off x="3402000" y="1800000"/>
            <a:ext cx="23400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/>
        </p:txBody>
      </p:sp>
      <p:sp>
        <p:nvSpPr>
          <p:cNvPr id="442" name="Google Shape;442;p49"/>
          <p:cNvSpPr txBox="1"/>
          <p:nvPr>
            <p:ph idx="3" type="subTitle"/>
          </p:nvPr>
        </p:nvSpPr>
        <p:spPr>
          <a:xfrm>
            <a:off x="6264000" y="1800000"/>
            <a:ext cx="23400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/>
        </p:txBody>
      </p:sp>
      <p:sp>
        <p:nvSpPr>
          <p:cNvPr id="443" name="Google Shape;443;p49"/>
          <p:cNvSpPr txBox="1"/>
          <p:nvPr>
            <p:ph idx="4" type="body"/>
          </p:nvPr>
        </p:nvSpPr>
        <p:spPr>
          <a:xfrm>
            <a:off x="540000" y="2461413"/>
            <a:ext cx="2340000" cy="214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>
                <a:solidFill>
                  <a:schemeClr val="lt1"/>
                </a:solidFill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44" name="Google Shape;444;p49"/>
          <p:cNvSpPr txBox="1"/>
          <p:nvPr>
            <p:ph idx="5" type="body"/>
          </p:nvPr>
        </p:nvSpPr>
        <p:spPr>
          <a:xfrm>
            <a:off x="3401999" y="2461350"/>
            <a:ext cx="2340000" cy="214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>
                <a:solidFill>
                  <a:schemeClr val="lt1"/>
                </a:solidFill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45" name="Google Shape;445;p49"/>
          <p:cNvSpPr txBox="1"/>
          <p:nvPr>
            <p:ph idx="6" type="body"/>
          </p:nvPr>
        </p:nvSpPr>
        <p:spPr>
          <a:xfrm>
            <a:off x="6264000" y="2461350"/>
            <a:ext cx="2340000" cy="214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>
                <a:solidFill>
                  <a:schemeClr val="lt1"/>
                </a:solidFill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9pPr>
          </a:lstStyle>
          <a:p/>
        </p:txBody>
      </p:sp>
      <p:grpSp>
        <p:nvGrpSpPr>
          <p:cNvPr id="446" name="Google Shape;446;p49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447" name="Google Shape;447;p49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8" name="Google Shape;448;p49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9" name="Google Shape;449;p49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0" name="Google Shape;450;p49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1" name="Google Shape;451;p49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452" name="Google Shape;452;p49"/>
          <p:cNvSpPr txBox="1"/>
          <p:nvPr>
            <p:ph type="title"/>
          </p:nvPr>
        </p:nvSpPr>
        <p:spPr>
          <a:xfrm>
            <a:off x="537925" y="540000"/>
            <a:ext cx="8028900" cy="7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None/>
              <a:defRPr sz="3400">
                <a:solidFill>
                  <a:srgbClr val="FFFFFF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9pPr>
          </a:lstStyle>
          <a:p/>
        </p:txBody>
      </p:sp>
      <p:cxnSp>
        <p:nvCxnSpPr>
          <p:cNvPr id="453" name="Google Shape;453;p49"/>
          <p:cNvCxnSpPr/>
          <p:nvPr/>
        </p:nvCxnSpPr>
        <p:spPr>
          <a:xfrm>
            <a:off x="235725" y="1584025"/>
            <a:ext cx="8692800" cy="0"/>
          </a:xfrm>
          <a:prstGeom prst="straightConnector1">
            <a:avLst/>
          </a:prstGeom>
          <a:noFill/>
          <a:ln cap="flat" cmpd="sng" w="9525">
            <a:solidFill>
              <a:srgbClr val="444547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54" name="Google Shape;454;p49"/>
          <p:cNvCxnSpPr/>
          <p:nvPr/>
        </p:nvCxnSpPr>
        <p:spPr>
          <a:xfrm>
            <a:off x="3140999" y="1580275"/>
            <a:ext cx="0" cy="3341100"/>
          </a:xfrm>
          <a:prstGeom prst="straightConnector1">
            <a:avLst/>
          </a:prstGeom>
          <a:noFill/>
          <a:ln cap="flat" cmpd="sng" w="9525">
            <a:solidFill>
              <a:srgbClr val="444547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55" name="Google Shape;455;p49"/>
          <p:cNvCxnSpPr/>
          <p:nvPr/>
        </p:nvCxnSpPr>
        <p:spPr>
          <a:xfrm>
            <a:off x="6003000" y="1580275"/>
            <a:ext cx="0" cy="3341100"/>
          </a:xfrm>
          <a:prstGeom prst="straightConnector1">
            <a:avLst/>
          </a:prstGeom>
          <a:noFill/>
          <a:ln cap="flat" cmpd="sng" w="9525">
            <a:solidFill>
              <a:srgbClr val="444547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56" name="Google Shape;456;p49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57" name="Google Shape;457;p49"/>
          <p:cNvSpPr txBox="1"/>
          <p:nvPr>
            <p:ph idx="7" type="subTitle"/>
          </p:nvPr>
        </p:nvSpPr>
        <p:spPr>
          <a:xfrm>
            <a:off x="540000" y="4921525"/>
            <a:ext cx="48789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  <p:sp>
        <p:nvSpPr>
          <p:cNvPr id="458" name="Google Shape;458;p49"/>
          <p:cNvSpPr txBox="1"/>
          <p:nvPr>
            <p:ph idx="8" type="subTitle"/>
          </p:nvPr>
        </p:nvSpPr>
        <p:spPr>
          <a:xfrm>
            <a:off x="537925" y="353075"/>
            <a:ext cx="36309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Geist Mono Medium"/>
              <a:buNone/>
              <a:defRPr sz="800">
                <a:solidFill>
                  <a:schemeClr val="accent1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40">
          <p15:clr>
            <a:srgbClr val="FA7B17"/>
          </p15:clr>
        </p15:guide>
        <p15:guide id="2" pos="5420">
          <p15:clr>
            <a:srgbClr val="FA7B17"/>
          </p15:clr>
        </p15:guide>
        <p15:guide id="3" orient="horz" pos="340">
          <p15:clr>
            <a:srgbClr val="FA7B17"/>
          </p15:clr>
        </p15:guide>
        <p15:guide id="4" orient="horz" pos="898">
          <p15:clr>
            <a:srgbClr val="E46962"/>
          </p15:clr>
        </p15:guide>
        <p15:guide id="5" orient="horz" pos="2900">
          <p15:clr>
            <a:srgbClr val="E46962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blocks shape">
  <p:cSld name="TITLE_AND_TWO_COLUMNS_1_1_1_2">
    <p:bg>
      <p:bgPr>
        <a:solidFill>
          <a:schemeClr val="dk1"/>
        </a:solidFill>
      </p:bgPr>
    </p:bg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50"/>
          <p:cNvSpPr txBox="1"/>
          <p:nvPr>
            <p:ph idx="1" type="subTitle"/>
          </p:nvPr>
        </p:nvSpPr>
        <p:spPr>
          <a:xfrm>
            <a:off x="540000" y="1800000"/>
            <a:ext cx="23400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/>
        </p:txBody>
      </p:sp>
      <p:sp>
        <p:nvSpPr>
          <p:cNvPr id="461" name="Google Shape;461;p50"/>
          <p:cNvSpPr txBox="1"/>
          <p:nvPr>
            <p:ph idx="2" type="subTitle"/>
          </p:nvPr>
        </p:nvSpPr>
        <p:spPr>
          <a:xfrm>
            <a:off x="3402000" y="1800000"/>
            <a:ext cx="23400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/>
        </p:txBody>
      </p:sp>
      <p:sp>
        <p:nvSpPr>
          <p:cNvPr id="462" name="Google Shape;462;p50"/>
          <p:cNvSpPr txBox="1"/>
          <p:nvPr>
            <p:ph idx="3" type="subTitle"/>
          </p:nvPr>
        </p:nvSpPr>
        <p:spPr>
          <a:xfrm>
            <a:off x="6264000" y="1800000"/>
            <a:ext cx="23400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/>
        </p:txBody>
      </p:sp>
      <p:sp>
        <p:nvSpPr>
          <p:cNvPr id="463" name="Google Shape;463;p50"/>
          <p:cNvSpPr txBox="1"/>
          <p:nvPr>
            <p:ph idx="4" type="body"/>
          </p:nvPr>
        </p:nvSpPr>
        <p:spPr>
          <a:xfrm>
            <a:off x="540000" y="2461563"/>
            <a:ext cx="2340000" cy="214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>
                <a:solidFill>
                  <a:schemeClr val="lt1"/>
                </a:solidFill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4" name="Google Shape;464;p50"/>
          <p:cNvSpPr txBox="1"/>
          <p:nvPr>
            <p:ph idx="5" type="body"/>
          </p:nvPr>
        </p:nvSpPr>
        <p:spPr>
          <a:xfrm>
            <a:off x="3401999" y="2461500"/>
            <a:ext cx="2340000" cy="214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>
                <a:solidFill>
                  <a:schemeClr val="lt1"/>
                </a:solidFill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5" name="Google Shape;465;p50"/>
          <p:cNvSpPr txBox="1"/>
          <p:nvPr>
            <p:ph idx="6" type="body"/>
          </p:nvPr>
        </p:nvSpPr>
        <p:spPr>
          <a:xfrm>
            <a:off x="6264000" y="2461500"/>
            <a:ext cx="2340000" cy="214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>
                <a:solidFill>
                  <a:schemeClr val="lt1"/>
                </a:solidFill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9pPr>
          </a:lstStyle>
          <a:p/>
        </p:txBody>
      </p:sp>
      <p:grpSp>
        <p:nvGrpSpPr>
          <p:cNvPr id="466" name="Google Shape;466;p50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467" name="Google Shape;467;p50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8" name="Google Shape;468;p50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9" name="Google Shape;469;p50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70" name="Google Shape;470;p50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71" name="Google Shape;471;p50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472" name="Google Shape;472;p50"/>
          <p:cNvSpPr txBox="1"/>
          <p:nvPr>
            <p:ph type="title"/>
          </p:nvPr>
        </p:nvSpPr>
        <p:spPr>
          <a:xfrm>
            <a:off x="537925" y="540000"/>
            <a:ext cx="8028900" cy="7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None/>
              <a:defRPr sz="3400">
                <a:solidFill>
                  <a:srgbClr val="FFFFFF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9pPr>
          </a:lstStyle>
          <a:p/>
        </p:txBody>
      </p:sp>
      <p:cxnSp>
        <p:nvCxnSpPr>
          <p:cNvPr id="473" name="Google Shape;473;p50"/>
          <p:cNvCxnSpPr/>
          <p:nvPr/>
        </p:nvCxnSpPr>
        <p:spPr>
          <a:xfrm>
            <a:off x="235725" y="1584025"/>
            <a:ext cx="8692800" cy="0"/>
          </a:xfrm>
          <a:prstGeom prst="straightConnector1">
            <a:avLst/>
          </a:prstGeom>
          <a:noFill/>
          <a:ln cap="flat" cmpd="sng" w="9525">
            <a:solidFill>
              <a:srgbClr val="444547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74" name="Google Shape;474;p50"/>
          <p:cNvCxnSpPr/>
          <p:nvPr/>
        </p:nvCxnSpPr>
        <p:spPr>
          <a:xfrm>
            <a:off x="3140999" y="1580275"/>
            <a:ext cx="0" cy="3341100"/>
          </a:xfrm>
          <a:prstGeom prst="straightConnector1">
            <a:avLst/>
          </a:prstGeom>
          <a:noFill/>
          <a:ln cap="flat" cmpd="sng" w="9525">
            <a:solidFill>
              <a:srgbClr val="444547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75" name="Google Shape;475;p50"/>
          <p:cNvCxnSpPr/>
          <p:nvPr/>
        </p:nvCxnSpPr>
        <p:spPr>
          <a:xfrm>
            <a:off x="6003000" y="1580275"/>
            <a:ext cx="0" cy="3341100"/>
          </a:xfrm>
          <a:prstGeom prst="straightConnector1">
            <a:avLst/>
          </a:prstGeom>
          <a:noFill/>
          <a:ln cap="flat" cmpd="sng" w="9525">
            <a:solidFill>
              <a:srgbClr val="444547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76" name="Google Shape;476;p50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77" name="Google Shape;477;p50"/>
          <p:cNvSpPr txBox="1"/>
          <p:nvPr>
            <p:ph idx="7" type="subTitle"/>
          </p:nvPr>
        </p:nvSpPr>
        <p:spPr>
          <a:xfrm>
            <a:off x="540000" y="4921525"/>
            <a:ext cx="48789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  <p:sp>
        <p:nvSpPr>
          <p:cNvPr id="478" name="Google Shape;478;p50"/>
          <p:cNvSpPr txBox="1"/>
          <p:nvPr>
            <p:ph idx="8" type="subTitle"/>
          </p:nvPr>
        </p:nvSpPr>
        <p:spPr>
          <a:xfrm>
            <a:off x="537925" y="353075"/>
            <a:ext cx="36309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Geist Mono Medium"/>
              <a:buNone/>
              <a:defRPr sz="800">
                <a:solidFill>
                  <a:schemeClr val="accent1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pic>
        <p:nvPicPr>
          <p:cNvPr id="479" name="Google Shape;479;p50" title="Symbol-6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8550951" y="236376"/>
            <a:ext cx="599474" cy="1349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80" name="Google Shape;480;p50" title="Symbol-3.png"/>
          <p:cNvPicPr preferRelativeResize="0"/>
          <p:nvPr/>
        </p:nvPicPr>
        <p:blipFill rotWithShape="1">
          <a:blip r:embed="rId3">
            <a:alphaModFix/>
          </a:blip>
          <a:srcRect b="0" l="78305" r="0" t="0"/>
          <a:stretch/>
        </p:blipFill>
        <p:spPr>
          <a:xfrm>
            <a:off x="-6402" y="3695450"/>
            <a:ext cx="236525" cy="1220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340">
          <p15:clr>
            <a:srgbClr val="FA7B17"/>
          </p15:clr>
        </p15:guide>
        <p15:guide id="2" pos="5420">
          <p15:clr>
            <a:srgbClr val="FA7B17"/>
          </p15:clr>
        </p15:guide>
        <p15:guide id="3" orient="horz" pos="340">
          <p15:clr>
            <a:srgbClr val="FA7B17"/>
          </p15:clr>
        </p15:guide>
        <p15:guide id="4" orient="horz" pos="898">
          <p15:clr>
            <a:srgbClr val="E46962"/>
          </p15:clr>
        </p15:guide>
        <p15:guide id="5" orient="horz" pos="2900">
          <p15:clr>
            <a:srgbClr val="E46962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blocks ">
  <p:cSld name="TITLE_AND_TWO_COLUMNS_1_1_1_1">
    <p:bg>
      <p:bgPr>
        <a:solidFill>
          <a:schemeClr val="dk1"/>
        </a:soli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51"/>
          <p:cNvSpPr txBox="1"/>
          <p:nvPr>
            <p:ph idx="1" type="body"/>
          </p:nvPr>
        </p:nvSpPr>
        <p:spPr>
          <a:xfrm>
            <a:off x="2648126" y="2461500"/>
            <a:ext cx="1704600" cy="214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>
                <a:solidFill>
                  <a:schemeClr val="lt1"/>
                </a:solidFill>
              </a:defRPr>
            </a:lvl1pPr>
            <a:lvl2pPr indent="-3111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○"/>
              <a:defRPr sz="1300">
                <a:solidFill>
                  <a:schemeClr val="lt1"/>
                </a:solidFill>
              </a:defRPr>
            </a:lvl2pPr>
            <a:lvl3pPr indent="-3111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○"/>
              <a:defRPr sz="1300">
                <a:solidFill>
                  <a:schemeClr val="lt1"/>
                </a:solidFill>
              </a:defRPr>
            </a:lvl3pPr>
            <a:lvl4pPr indent="-3111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○"/>
              <a:defRPr sz="1300">
                <a:solidFill>
                  <a:schemeClr val="lt1"/>
                </a:solidFill>
              </a:defRPr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>
                <a:solidFill>
                  <a:schemeClr val="lt1"/>
                </a:solidFill>
              </a:defRPr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3" name="Google Shape;483;p51"/>
          <p:cNvSpPr txBox="1"/>
          <p:nvPr>
            <p:ph idx="2" type="body"/>
          </p:nvPr>
        </p:nvSpPr>
        <p:spPr>
          <a:xfrm>
            <a:off x="4756261" y="2461500"/>
            <a:ext cx="1704600" cy="214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>
                <a:solidFill>
                  <a:schemeClr val="lt1"/>
                </a:solidFill>
              </a:defRPr>
            </a:lvl1pPr>
            <a:lvl2pPr indent="-3111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○"/>
              <a:defRPr sz="1300">
                <a:solidFill>
                  <a:schemeClr val="lt1"/>
                </a:solidFill>
              </a:defRPr>
            </a:lvl2pPr>
            <a:lvl3pPr indent="-3111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○"/>
              <a:defRPr sz="1300">
                <a:solidFill>
                  <a:schemeClr val="lt1"/>
                </a:solidFill>
              </a:defRPr>
            </a:lvl3pPr>
            <a:lvl4pPr indent="-3111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○"/>
              <a:defRPr sz="1300">
                <a:solidFill>
                  <a:schemeClr val="lt1"/>
                </a:solidFill>
              </a:defRPr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>
                <a:solidFill>
                  <a:schemeClr val="lt1"/>
                </a:solidFill>
              </a:defRPr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9pPr>
          </a:lstStyle>
          <a:p/>
        </p:txBody>
      </p:sp>
      <p:grpSp>
        <p:nvGrpSpPr>
          <p:cNvPr id="484" name="Google Shape;484;p51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485" name="Google Shape;485;p51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86" name="Google Shape;486;p51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87" name="Google Shape;487;p51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88" name="Google Shape;488;p51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89" name="Google Shape;489;p51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490" name="Google Shape;490;p51"/>
          <p:cNvSpPr txBox="1"/>
          <p:nvPr>
            <p:ph type="title"/>
          </p:nvPr>
        </p:nvSpPr>
        <p:spPr>
          <a:xfrm>
            <a:off x="537925" y="540000"/>
            <a:ext cx="8028900" cy="7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None/>
              <a:defRPr sz="3400">
                <a:solidFill>
                  <a:srgbClr val="FFFFFF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9pPr>
          </a:lstStyle>
          <a:p/>
        </p:txBody>
      </p:sp>
      <p:cxnSp>
        <p:nvCxnSpPr>
          <p:cNvPr id="491" name="Google Shape;491;p51"/>
          <p:cNvCxnSpPr/>
          <p:nvPr/>
        </p:nvCxnSpPr>
        <p:spPr>
          <a:xfrm>
            <a:off x="235725" y="1584025"/>
            <a:ext cx="8692800" cy="0"/>
          </a:xfrm>
          <a:prstGeom prst="straightConnector1">
            <a:avLst/>
          </a:prstGeom>
          <a:noFill/>
          <a:ln cap="flat" cmpd="sng" w="9525">
            <a:solidFill>
              <a:srgbClr val="444547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92" name="Google Shape;492;p51"/>
          <p:cNvCxnSpPr/>
          <p:nvPr/>
        </p:nvCxnSpPr>
        <p:spPr>
          <a:xfrm>
            <a:off x="2446366" y="1580275"/>
            <a:ext cx="0" cy="3341100"/>
          </a:xfrm>
          <a:prstGeom prst="straightConnector1">
            <a:avLst/>
          </a:prstGeom>
          <a:noFill/>
          <a:ln cap="flat" cmpd="sng" w="9525">
            <a:solidFill>
              <a:srgbClr val="444547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93" name="Google Shape;493;p51"/>
          <p:cNvCxnSpPr/>
          <p:nvPr/>
        </p:nvCxnSpPr>
        <p:spPr>
          <a:xfrm>
            <a:off x="4554499" y="1580275"/>
            <a:ext cx="0" cy="3341100"/>
          </a:xfrm>
          <a:prstGeom prst="straightConnector1">
            <a:avLst/>
          </a:prstGeom>
          <a:noFill/>
          <a:ln cap="flat" cmpd="sng" w="9525">
            <a:solidFill>
              <a:srgbClr val="444547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94" name="Google Shape;494;p51"/>
          <p:cNvSpPr txBox="1"/>
          <p:nvPr>
            <p:ph idx="3" type="body"/>
          </p:nvPr>
        </p:nvSpPr>
        <p:spPr>
          <a:xfrm>
            <a:off x="6864400" y="2461500"/>
            <a:ext cx="1704600" cy="214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>
                <a:solidFill>
                  <a:schemeClr val="lt1"/>
                </a:solidFill>
              </a:defRPr>
            </a:lvl1pPr>
            <a:lvl2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○"/>
              <a:defRPr sz="1300">
                <a:solidFill>
                  <a:schemeClr val="lt1"/>
                </a:solidFill>
              </a:defRPr>
            </a:lvl2pPr>
            <a:lvl3pPr indent="-3111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○"/>
              <a:defRPr sz="1300">
                <a:solidFill>
                  <a:schemeClr val="lt1"/>
                </a:solidFill>
              </a:defRPr>
            </a:lvl3pPr>
            <a:lvl4pPr indent="-31115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○"/>
              <a:defRPr sz="1300">
                <a:solidFill>
                  <a:schemeClr val="lt1"/>
                </a:solidFill>
              </a:defRPr>
            </a:lvl4pPr>
            <a:lvl5pPr indent="-29845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>
                <a:solidFill>
                  <a:schemeClr val="lt1"/>
                </a:solidFill>
              </a:defRPr>
            </a:lvl5pPr>
            <a:lvl6pPr indent="-29845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6pPr>
            <a:lvl7pPr indent="-29845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7pPr>
            <a:lvl8pPr indent="-29845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8pPr>
            <a:lvl9pPr indent="-29845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495" name="Google Shape;495;p51"/>
          <p:cNvCxnSpPr/>
          <p:nvPr/>
        </p:nvCxnSpPr>
        <p:spPr>
          <a:xfrm>
            <a:off x="6662631" y="1580275"/>
            <a:ext cx="0" cy="3341100"/>
          </a:xfrm>
          <a:prstGeom prst="straightConnector1">
            <a:avLst/>
          </a:prstGeom>
          <a:noFill/>
          <a:ln cap="flat" cmpd="sng" w="9525">
            <a:solidFill>
              <a:srgbClr val="444547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96" name="Google Shape;496;p51"/>
          <p:cNvSpPr txBox="1"/>
          <p:nvPr>
            <p:ph idx="4" type="body"/>
          </p:nvPr>
        </p:nvSpPr>
        <p:spPr>
          <a:xfrm>
            <a:off x="540025" y="2461563"/>
            <a:ext cx="1704600" cy="214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>
                <a:solidFill>
                  <a:schemeClr val="lt1"/>
                </a:solidFill>
              </a:defRPr>
            </a:lvl1pPr>
            <a:lvl2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○"/>
              <a:defRPr sz="1300">
                <a:solidFill>
                  <a:schemeClr val="lt1"/>
                </a:solidFill>
              </a:defRPr>
            </a:lvl2pPr>
            <a:lvl3pPr indent="-3111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○"/>
              <a:defRPr sz="1300">
                <a:solidFill>
                  <a:schemeClr val="lt1"/>
                </a:solidFill>
              </a:defRPr>
            </a:lvl3pPr>
            <a:lvl4pPr indent="-31115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○"/>
              <a:defRPr sz="1300">
                <a:solidFill>
                  <a:schemeClr val="lt1"/>
                </a:solidFill>
              </a:defRPr>
            </a:lvl4pPr>
            <a:lvl5pPr indent="-29845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>
                <a:solidFill>
                  <a:schemeClr val="lt1"/>
                </a:solidFill>
              </a:defRPr>
            </a:lvl5pPr>
            <a:lvl6pPr indent="-29845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6pPr>
            <a:lvl7pPr indent="-29845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7pPr>
            <a:lvl8pPr indent="-29845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8pPr>
            <a:lvl9pPr indent="-29845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97" name="Google Shape;497;p51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98" name="Google Shape;498;p51"/>
          <p:cNvSpPr txBox="1"/>
          <p:nvPr>
            <p:ph idx="5" type="subTitle"/>
          </p:nvPr>
        </p:nvSpPr>
        <p:spPr>
          <a:xfrm>
            <a:off x="540000" y="4921525"/>
            <a:ext cx="48789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  <p:sp>
        <p:nvSpPr>
          <p:cNvPr id="499" name="Google Shape;499;p51"/>
          <p:cNvSpPr txBox="1"/>
          <p:nvPr>
            <p:ph idx="6" type="subTitle"/>
          </p:nvPr>
        </p:nvSpPr>
        <p:spPr>
          <a:xfrm>
            <a:off x="537925" y="353075"/>
            <a:ext cx="36309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Geist Mono Medium"/>
              <a:buNone/>
              <a:defRPr sz="800">
                <a:solidFill>
                  <a:schemeClr val="accent1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500" name="Google Shape;500;p51"/>
          <p:cNvSpPr txBox="1"/>
          <p:nvPr>
            <p:ph idx="7" type="subTitle"/>
          </p:nvPr>
        </p:nvSpPr>
        <p:spPr>
          <a:xfrm>
            <a:off x="537925" y="1800000"/>
            <a:ext cx="17046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/>
        </p:txBody>
      </p:sp>
      <p:sp>
        <p:nvSpPr>
          <p:cNvPr id="501" name="Google Shape;501;p51"/>
          <p:cNvSpPr txBox="1"/>
          <p:nvPr>
            <p:ph idx="8" type="subTitle"/>
          </p:nvPr>
        </p:nvSpPr>
        <p:spPr>
          <a:xfrm>
            <a:off x="2648138" y="1800000"/>
            <a:ext cx="17046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/>
        </p:txBody>
      </p:sp>
      <p:sp>
        <p:nvSpPr>
          <p:cNvPr id="502" name="Google Shape;502;p51"/>
          <p:cNvSpPr txBox="1"/>
          <p:nvPr>
            <p:ph idx="9" type="subTitle"/>
          </p:nvPr>
        </p:nvSpPr>
        <p:spPr>
          <a:xfrm>
            <a:off x="4756250" y="1800000"/>
            <a:ext cx="17046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/>
        </p:txBody>
      </p:sp>
      <p:sp>
        <p:nvSpPr>
          <p:cNvPr id="503" name="Google Shape;503;p51"/>
          <p:cNvSpPr txBox="1"/>
          <p:nvPr>
            <p:ph idx="13" type="subTitle"/>
          </p:nvPr>
        </p:nvSpPr>
        <p:spPr>
          <a:xfrm>
            <a:off x="6864398" y="1800000"/>
            <a:ext cx="17046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40">
          <p15:clr>
            <a:srgbClr val="FA7B17"/>
          </p15:clr>
        </p15:guide>
        <p15:guide id="2" pos="5420">
          <p15:clr>
            <a:srgbClr val="FA7B17"/>
          </p15:clr>
        </p15:guide>
        <p15:guide id="3" orient="horz" pos="340">
          <p15:clr>
            <a:srgbClr val="FA7B17"/>
          </p15:clr>
        </p15:guide>
        <p15:guide id="4" orient="horz" pos="898">
          <p15:clr>
            <a:srgbClr val="E46962"/>
          </p15:clr>
        </p15:guide>
        <p15:guide id="5" orient="horz" pos="2900">
          <p15:clr>
            <a:srgbClr val="E46962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blocks  shape">
  <p:cSld name="TITLE_AND_TWO_COLUMNS_1_1_1_1_1">
    <p:bg>
      <p:bgPr>
        <a:solidFill>
          <a:schemeClr val="dk1"/>
        </a:solidFill>
      </p:bgPr>
    </p:bg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5" name="Google Shape;505;p52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506" name="Google Shape;506;p52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507" name="Google Shape;507;p52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508" name="Google Shape;508;p52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509" name="Google Shape;509;p52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510" name="Google Shape;510;p52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511" name="Google Shape;511;p52"/>
          <p:cNvSpPr txBox="1"/>
          <p:nvPr>
            <p:ph type="title"/>
          </p:nvPr>
        </p:nvSpPr>
        <p:spPr>
          <a:xfrm>
            <a:off x="537925" y="540000"/>
            <a:ext cx="8028900" cy="7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None/>
              <a:defRPr sz="3400">
                <a:solidFill>
                  <a:srgbClr val="FFFFFF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9pPr>
          </a:lstStyle>
          <a:p/>
        </p:txBody>
      </p:sp>
      <p:cxnSp>
        <p:nvCxnSpPr>
          <p:cNvPr id="512" name="Google Shape;512;p52"/>
          <p:cNvCxnSpPr/>
          <p:nvPr/>
        </p:nvCxnSpPr>
        <p:spPr>
          <a:xfrm>
            <a:off x="235725" y="1584025"/>
            <a:ext cx="8692800" cy="0"/>
          </a:xfrm>
          <a:prstGeom prst="straightConnector1">
            <a:avLst/>
          </a:prstGeom>
          <a:noFill/>
          <a:ln cap="flat" cmpd="sng" w="9525">
            <a:solidFill>
              <a:srgbClr val="444547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13" name="Google Shape;513;p52"/>
          <p:cNvCxnSpPr/>
          <p:nvPr/>
        </p:nvCxnSpPr>
        <p:spPr>
          <a:xfrm>
            <a:off x="2446366" y="1580275"/>
            <a:ext cx="0" cy="3341100"/>
          </a:xfrm>
          <a:prstGeom prst="straightConnector1">
            <a:avLst/>
          </a:prstGeom>
          <a:noFill/>
          <a:ln cap="flat" cmpd="sng" w="9525">
            <a:solidFill>
              <a:srgbClr val="444547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14" name="Google Shape;514;p52"/>
          <p:cNvCxnSpPr/>
          <p:nvPr/>
        </p:nvCxnSpPr>
        <p:spPr>
          <a:xfrm>
            <a:off x="4554499" y="1580275"/>
            <a:ext cx="0" cy="3341100"/>
          </a:xfrm>
          <a:prstGeom prst="straightConnector1">
            <a:avLst/>
          </a:prstGeom>
          <a:noFill/>
          <a:ln cap="flat" cmpd="sng" w="9525">
            <a:solidFill>
              <a:srgbClr val="444547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15" name="Google Shape;515;p52"/>
          <p:cNvCxnSpPr/>
          <p:nvPr/>
        </p:nvCxnSpPr>
        <p:spPr>
          <a:xfrm>
            <a:off x="6662631" y="1580275"/>
            <a:ext cx="0" cy="3341100"/>
          </a:xfrm>
          <a:prstGeom prst="straightConnector1">
            <a:avLst/>
          </a:prstGeom>
          <a:noFill/>
          <a:ln cap="flat" cmpd="sng" w="9525">
            <a:solidFill>
              <a:srgbClr val="444547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16" name="Google Shape;516;p52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17" name="Google Shape;517;p52"/>
          <p:cNvSpPr txBox="1"/>
          <p:nvPr>
            <p:ph idx="1" type="subTitle"/>
          </p:nvPr>
        </p:nvSpPr>
        <p:spPr>
          <a:xfrm>
            <a:off x="540000" y="4921525"/>
            <a:ext cx="48789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  <p:sp>
        <p:nvSpPr>
          <p:cNvPr id="518" name="Google Shape;518;p52"/>
          <p:cNvSpPr txBox="1"/>
          <p:nvPr>
            <p:ph idx="2" type="subTitle"/>
          </p:nvPr>
        </p:nvSpPr>
        <p:spPr>
          <a:xfrm>
            <a:off x="537925" y="353075"/>
            <a:ext cx="36309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Geist Mono Medium"/>
              <a:buNone/>
              <a:defRPr sz="800">
                <a:solidFill>
                  <a:schemeClr val="accent1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pic>
        <p:nvPicPr>
          <p:cNvPr id="519" name="Google Shape;519;p52" title="Symbol-1.png"/>
          <p:cNvPicPr preferRelativeResize="0"/>
          <p:nvPr/>
        </p:nvPicPr>
        <p:blipFill rotWithShape="1">
          <a:blip r:embed="rId2">
            <a:alphaModFix/>
          </a:blip>
          <a:srcRect b="0" l="0" r="42116" t="0"/>
          <a:stretch/>
        </p:blipFill>
        <p:spPr>
          <a:xfrm>
            <a:off x="8353175" y="241775"/>
            <a:ext cx="790825" cy="133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20" name="Google Shape;520;p52" title="Symbol-4.png"/>
          <p:cNvPicPr preferRelativeResize="0"/>
          <p:nvPr/>
        </p:nvPicPr>
        <p:blipFill rotWithShape="1">
          <a:blip r:embed="rId3">
            <a:alphaModFix/>
          </a:blip>
          <a:srcRect b="0" l="0" r="77487" t="0"/>
          <a:stretch/>
        </p:blipFill>
        <p:spPr>
          <a:xfrm rot="10800000">
            <a:off x="-9727" y="3700776"/>
            <a:ext cx="245450" cy="1220599"/>
          </a:xfrm>
          <a:prstGeom prst="rect">
            <a:avLst/>
          </a:prstGeom>
          <a:noFill/>
          <a:ln>
            <a:noFill/>
          </a:ln>
        </p:spPr>
      </p:pic>
      <p:sp>
        <p:nvSpPr>
          <p:cNvPr id="521" name="Google Shape;521;p52"/>
          <p:cNvSpPr txBox="1"/>
          <p:nvPr>
            <p:ph idx="3" type="body"/>
          </p:nvPr>
        </p:nvSpPr>
        <p:spPr>
          <a:xfrm>
            <a:off x="2648126" y="2461500"/>
            <a:ext cx="1704600" cy="214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>
                <a:solidFill>
                  <a:schemeClr val="lt1"/>
                </a:solidFill>
              </a:defRPr>
            </a:lvl1pPr>
            <a:lvl2pPr indent="-3111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○"/>
              <a:defRPr sz="1300">
                <a:solidFill>
                  <a:schemeClr val="lt1"/>
                </a:solidFill>
              </a:defRPr>
            </a:lvl2pPr>
            <a:lvl3pPr indent="-3111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○"/>
              <a:defRPr sz="1300">
                <a:solidFill>
                  <a:schemeClr val="lt1"/>
                </a:solidFill>
              </a:defRPr>
            </a:lvl3pPr>
            <a:lvl4pPr indent="-3111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○"/>
              <a:defRPr sz="1300">
                <a:solidFill>
                  <a:schemeClr val="lt1"/>
                </a:solidFill>
              </a:defRPr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>
                <a:solidFill>
                  <a:schemeClr val="lt1"/>
                </a:solidFill>
              </a:defRPr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22" name="Google Shape;522;p52"/>
          <p:cNvSpPr txBox="1"/>
          <p:nvPr>
            <p:ph idx="4" type="body"/>
          </p:nvPr>
        </p:nvSpPr>
        <p:spPr>
          <a:xfrm>
            <a:off x="4756261" y="2461500"/>
            <a:ext cx="1704600" cy="214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>
                <a:solidFill>
                  <a:schemeClr val="lt1"/>
                </a:solidFill>
              </a:defRPr>
            </a:lvl1pPr>
            <a:lvl2pPr indent="-3111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○"/>
              <a:defRPr sz="1300">
                <a:solidFill>
                  <a:schemeClr val="lt1"/>
                </a:solidFill>
              </a:defRPr>
            </a:lvl2pPr>
            <a:lvl3pPr indent="-3111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○"/>
              <a:defRPr sz="1300">
                <a:solidFill>
                  <a:schemeClr val="lt1"/>
                </a:solidFill>
              </a:defRPr>
            </a:lvl3pPr>
            <a:lvl4pPr indent="-3111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○"/>
              <a:defRPr sz="1300">
                <a:solidFill>
                  <a:schemeClr val="lt1"/>
                </a:solidFill>
              </a:defRPr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>
                <a:solidFill>
                  <a:schemeClr val="lt1"/>
                </a:solidFill>
              </a:defRPr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23" name="Google Shape;523;p52"/>
          <p:cNvSpPr txBox="1"/>
          <p:nvPr>
            <p:ph idx="5" type="body"/>
          </p:nvPr>
        </p:nvSpPr>
        <p:spPr>
          <a:xfrm>
            <a:off x="6864400" y="2461500"/>
            <a:ext cx="1704600" cy="214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>
                <a:solidFill>
                  <a:schemeClr val="lt1"/>
                </a:solidFill>
              </a:defRPr>
            </a:lvl1pPr>
            <a:lvl2pPr indent="-3111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○"/>
              <a:defRPr sz="1300">
                <a:solidFill>
                  <a:schemeClr val="lt1"/>
                </a:solidFill>
              </a:defRPr>
            </a:lvl2pPr>
            <a:lvl3pPr indent="-3111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○"/>
              <a:defRPr sz="1300">
                <a:solidFill>
                  <a:schemeClr val="lt1"/>
                </a:solidFill>
              </a:defRPr>
            </a:lvl3pPr>
            <a:lvl4pPr indent="-3111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○"/>
              <a:defRPr sz="1300">
                <a:solidFill>
                  <a:schemeClr val="lt1"/>
                </a:solidFill>
              </a:defRPr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>
                <a:solidFill>
                  <a:schemeClr val="lt1"/>
                </a:solidFill>
              </a:defRPr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24" name="Google Shape;524;p52"/>
          <p:cNvSpPr txBox="1"/>
          <p:nvPr>
            <p:ph idx="6" type="body"/>
          </p:nvPr>
        </p:nvSpPr>
        <p:spPr>
          <a:xfrm>
            <a:off x="540025" y="2461563"/>
            <a:ext cx="1704600" cy="214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>
                <a:solidFill>
                  <a:schemeClr val="lt1"/>
                </a:solidFill>
              </a:defRPr>
            </a:lvl1pPr>
            <a:lvl2pPr indent="-3111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○"/>
              <a:defRPr sz="1300">
                <a:solidFill>
                  <a:schemeClr val="lt1"/>
                </a:solidFill>
              </a:defRPr>
            </a:lvl2pPr>
            <a:lvl3pPr indent="-3111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○"/>
              <a:defRPr sz="1300">
                <a:solidFill>
                  <a:schemeClr val="lt1"/>
                </a:solidFill>
              </a:defRPr>
            </a:lvl3pPr>
            <a:lvl4pPr indent="-3111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○"/>
              <a:defRPr sz="1300">
                <a:solidFill>
                  <a:schemeClr val="lt1"/>
                </a:solidFill>
              </a:defRPr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>
                <a:solidFill>
                  <a:schemeClr val="lt1"/>
                </a:solidFill>
              </a:defRPr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25" name="Google Shape;525;p52"/>
          <p:cNvSpPr txBox="1"/>
          <p:nvPr>
            <p:ph idx="7" type="subTitle"/>
          </p:nvPr>
        </p:nvSpPr>
        <p:spPr>
          <a:xfrm>
            <a:off x="537925" y="1800000"/>
            <a:ext cx="17046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/>
        </p:txBody>
      </p:sp>
      <p:sp>
        <p:nvSpPr>
          <p:cNvPr id="526" name="Google Shape;526;p52"/>
          <p:cNvSpPr txBox="1"/>
          <p:nvPr>
            <p:ph idx="8" type="subTitle"/>
          </p:nvPr>
        </p:nvSpPr>
        <p:spPr>
          <a:xfrm>
            <a:off x="2648138" y="1800000"/>
            <a:ext cx="17046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/>
        </p:txBody>
      </p:sp>
      <p:sp>
        <p:nvSpPr>
          <p:cNvPr id="527" name="Google Shape;527;p52"/>
          <p:cNvSpPr txBox="1"/>
          <p:nvPr>
            <p:ph idx="9" type="subTitle"/>
          </p:nvPr>
        </p:nvSpPr>
        <p:spPr>
          <a:xfrm>
            <a:off x="4756250" y="1800000"/>
            <a:ext cx="17046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/>
        </p:txBody>
      </p:sp>
      <p:sp>
        <p:nvSpPr>
          <p:cNvPr id="528" name="Google Shape;528;p52"/>
          <p:cNvSpPr txBox="1"/>
          <p:nvPr>
            <p:ph idx="13" type="subTitle"/>
          </p:nvPr>
        </p:nvSpPr>
        <p:spPr>
          <a:xfrm>
            <a:off x="6864398" y="1800000"/>
            <a:ext cx="17046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 SemiBold"/>
              <a:buNone/>
              <a:defRPr sz="1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40">
          <p15:clr>
            <a:srgbClr val="FA7B17"/>
          </p15:clr>
        </p15:guide>
        <p15:guide id="2" pos="5420">
          <p15:clr>
            <a:srgbClr val="FA7B17"/>
          </p15:clr>
        </p15:guide>
        <p15:guide id="3" orient="horz" pos="340">
          <p15:clr>
            <a:srgbClr val="FA7B17"/>
          </p15:clr>
        </p15:guide>
        <p15:guide id="4" orient="horz" pos="898">
          <p15:clr>
            <a:srgbClr val="E46962"/>
          </p15:clr>
        </p15:guide>
        <p15:guide id="5" orient="horz" pos="2900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44.xml"/><Relationship Id="rId34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49.xml"/><Relationship Id="rId39" Type="http://schemas.openxmlformats.org/officeDocument/2006/relationships/slideLayout" Target="../slideLayouts/slideLayout50.xml"/><Relationship Id="rId4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792450" y="379425"/>
            <a:ext cx="75591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Funnel Display ExtraBold"/>
              <a:buNone/>
              <a:defRPr i="0" sz="3400" u="none" cap="none" strike="noStrike">
                <a:solidFill>
                  <a:schemeClr val="dk1"/>
                </a:solidFill>
                <a:latin typeface="Funnel Display ExtraBold"/>
                <a:ea typeface="Funnel Display ExtraBold"/>
                <a:cs typeface="Funnel Display ExtraBold"/>
                <a:sym typeface="Funnel Display ExtraBold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Ubuntu"/>
              <a:buNone/>
              <a:defRPr b="0" i="0" sz="2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Ubuntu"/>
              <a:buNone/>
              <a:defRPr b="0" i="0" sz="2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Ubuntu"/>
              <a:buNone/>
              <a:defRPr b="0" i="0" sz="2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Ubuntu"/>
              <a:buNone/>
              <a:defRPr b="0" i="0" sz="2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Ubuntu"/>
              <a:buNone/>
              <a:defRPr b="0" i="0" sz="2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Ubuntu"/>
              <a:buNone/>
              <a:defRPr b="0" i="0" sz="2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Ubuntu"/>
              <a:buNone/>
              <a:defRPr b="0" i="0" sz="2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Ubuntu"/>
              <a:buNone/>
              <a:defRPr b="0" i="0" sz="2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792525" y="1152475"/>
            <a:ext cx="7353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Char char="●"/>
              <a:defRPr i="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  <a:defRPr i="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  <a:defRPr i="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  <a:defRPr i="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3048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Char char="●"/>
              <a:defRPr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3048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"/>
              <a:buChar char="○"/>
              <a:defRPr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3048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"/>
              <a:buChar char="○"/>
              <a:defRPr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3048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"/>
              <a:buChar char="○"/>
              <a:defRPr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3048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"/>
              <a:buChar char="○"/>
              <a:defRPr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algn="r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r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r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r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r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r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r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r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FROM MONGODB TO POSTGRESQL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path for the migration, with two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NEVIA · TWO AI AGENTS · M2P AND ACC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marL="0" indent="0">
              <a:buNone/>
              <a:spcAft>
                <a:spcPts val="900"/>
              </a:spcAft>
            </a:pPr>
            <a:r>
              <a:rPr sz="1300">
                <a:solidFill>
                  <a:srgbClr val="5FFA74"/>
                </a:solidFill>
                <a:latin typeface="Inter"/>
              </a:rPr>
              <a:t>▸  </a:t>
            </a:r>
            <a:r>
              <a:rPr sz="1300" b="1">
                <a:solidFill>
                  <a:srgbClr val="FFFFFF"/>
                </a:solidFill>
                <a:latin typeface="Inter"/>
              </a:rPr>
              <a:t>The data has no schema</a:t>
            </a:r>
            <a:r>
              <a:rPr sz="1300" b="0">
                <a:solidFill>
                  <a:srgbClr val="FFFFFF"/>
                </a:solidFill>
                <a:latin typeface="Inter"/>
              </a:rPr>
              <a:t>: a field is a date here, a string there; lists, nested objects, missing fields</a:t>
            </a:r>
          </a:p>
          <a:p>
            <a:pPr marL="0" indent="0">
              <a:buNone/>
              <a:spcAft>
                <a:spcPts val="900"/>
              </a:spcAft>
            </a:pPr>
            <a:r>
              <a:rPr sz="1300">
                <a:solidFill>
                  <a:srgbClr val="5FFA74"/>
                </a:solidFill>
                <a:latin typeface="Inter"/>
              </a:rPr>
              <a:t>▸  </a:t>
            </a:r>
            <a:r>
              <a:rPr sz="1300" b="1">
                <a:solidFill>
                  <a:srgbClr val="FFFFFF"/>
                </a:solidFill>
                <a:latin typeface="Inter"/>
              </a:rPr>
              <a:t>The code speaks MongoDB</a:t>
            </a:r>
            <a:r>
              <a:rPr sz="1300" b="0">
                <a:solidFill>
                  <a:srgbClr val="FFFFFF"/>
                </a:solidFill>
                <a:latin typeface="Inter"/>
              </a:rPr>
              <a:t>: the driver, BSON, queries, the local setup, the seed data</a:t>
            </a:r>
          </a:p>
          <a:p>
            <a:pPr marL="0" indent="0">
              <a:buNone/>
              <a:spcAft>
                <a:spcPts val="900"/>
              </a:spcAft>
            </a:pPr>
            <a:r>
              <a:rPr sz="1300">
                <a:solidFill>
                  <a:srgbClr val="5FFA74"/>
                </a:solidFill>
                <a:latin typeface="Inter"/>
              </a:rPr>
              <a:t>▸  </a:t>
            </a:r>
            <a:r>
              <a:rPr sz="1300" b="1">
                <a:solidFill>
                  <a:srgbClr val="FFFFFF"/>
                </a:solidFill>
                <a:latin typeface="Inter"/>
              </a:rPr>
              <a:t>The API must not change</a:t>
            </a:r>
            <a:r>
              <a:rPr sz="1300" b="0">
                <a:solidFill>
                  <a:srgbClr val="FFFFFF"/>
                </a:solidFill>
                <a:latin typeface="Inter"/>
              </a:rPr>
              <a:t>: same routes, status codes, JSON shapes, for every client</a:t>
            </a:r>
          </a:p>
          <a:p>
            <a:pPr marL="0" indent="0">
              <a:buNone/>
              <a:spcAft>
                <a:spcPts val="900"/>
              </a:spcAft>
            </a:pPr>
            <a:r>
              <a:rPr sz="1300">
                <a:solidFill>
                  <a:srgbClr val="5FFA74"/>
                </a:solidFill>
                <a:latin typeface="Inter"/>
              </a:rPr>
              <a:t>▸  </a:t>
            </a:r>
            <a:r>
              <a:rPr sz="1300" b="1">
                <a:solidFill>
                  <a:srgbClr val="FFFFFF"/>
                </a:solidFill>
                <a:latin typeface="Inter"/>
              </a:rPr>
              <a:t>Proof is expensive</a:t>
            </a:r>
            <a:r>
              <a:rPr sz="1300" b="0">
                <a:solidFill>
                  <a:srgbClr val="FFFFFF"/>
                </a:solidFill>
                <a:latin typeface="Inter"/>
              </a:rPr>
              <a:t>: a copy that "looks right" is not a copy that matches, row for row; and every try needs a fresh database and a copy of the app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it is hard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NEVIA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Nevia, in five concepts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9496" y="1234440"/>
          <a:ext cx="8046720" cy="2304288"/>
        </p:xfrm>
        <a:graphic>
          <a:graphicData uri="http://schemas.openxmlformats.org/drawingml/2006/table">
            <a:tbl>
              <a:tblPr firstRow="1" bandRow="0"/>
              <a:tblGrid>
                <a:gridCol w="1828800"/>
                <a:gridCol w="6217920"/>
              </a:tblGrid>
              <a:tr h="38404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5FFA74"/>
                          </a:solidFill>
                          <a:latin typeface="Inter"/>
                        </a:rPr>
                        <a:t>Concept</a:t>
                      </a:r>
                    </a:p>
                  </a:txBody>
                  <a:tcPr marL="73152" marR="73152" anchor="ctr">
                    <a:solidFill>
                      <a:srgbClr val="05080F"/>
                    </a:solidFill>
                    <a:lnB w="9525">
                      <a:solidFill>
                        <a:srgbClr val="44454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5FFA74"/>
                          </a:solidFill>
                          <a:latin typeface="Inter"/>
                        </a:rPr>
                        <a:t>What it is</a:t>
                      </a:r>
                    </a:p>
                  </a:txBody>
                  <a:tcPr marL="73152" marR="73152" anchor="ctr">
                    <a:solidFill>
                      <a:srgbClr val="05080F"/>
                    </a:solidFill>
                    <a:lnB w="9525">
                      <a:solidFill>
                        <a:srgbClr val="444547"/>
                      </a:solidFill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Computer</a:t>
                      </a:r>
                    </a:p>
                  </a:txBody>
                  <a:tcPr marL="73152" marR="73152" anchor="ctr">
                    <a:solidFill>
                      <a:srgbClr val="05080F"/>
                    </a:solidFill>
                    <a:lnB w="9525">
                      <a:solidFill>
                        <a:srgbClr val="44454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Inter"/>
                        </a:rPr>
                        <a:t>a Linux machine in seconds, with an HTTPS URL; it sleeps when idle, wakes on demand</a:t>
                      </a:r>
                    </a:p>
                  </a:txBody>
                  <a:tcPr marL="73152" marR="73152" anchor="ctr">
                    <a:solidFill>
                      <a:srgbClr val="05080F"/>
                    </a:solidFill>
                    <a:lnB w="9525">
                      <a:solidFill>
                        <a:srgbClr val="444547"/>
                      </a:solidFill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Postgres</a:t>
                      </a:r>
                    </a:p>
                  </a:txBody>
                  <a:tcPr marL="73152" marR="73152" anchor="ctr">
                    <a:solidFill>
                      <a:srgbClr val="05080F"/>
                    </a:solidFill>
                    <a:lnB w="9525">
                      <a:solidFill>
                        <a:srgbClr val="44454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Inter"/>
                        </a:rPr>
                        <a:t>a managed database, with its connection in a workspace secret</a:t>
                      </a:r>
                    </a:p>
                  </a:txBody>
                  <a:tcPr marL="73152" marR="73152" anchor="ctr">
                    <a:solidFill>
                      <a:srgbClr val="05080F"/>
                    </a:solidFill>
                    <a:lnB w="9525">
                      <a:solidFill>
                        <a:srgbClr val="444547"/>
                      </a:solidFill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Branch</a:t>
                      </a:r>
                    </a:p>
                  </a:txBody>
                  <a:tcPr marL="73152" marR="73152" anchor="ctr">
                    <a:solidFill>
                      <a:srgbClr val="05080F"/>
                    </a:solidFill>
                    <a:lnB w="9525">
                      <a:solidFill>
                        <a:srgbClr val="44454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Inter"/>
                        </a:rPr>
                        <a:t>a copy of a database, or of a computer's disks, made in seconds: a fork of its data</a:t>
                      </a:r>
                    </a:p>
                  </a:txBody>
                  <a:tcPr marL="73152" marR="73152" anchor="ctr">
                    <a:solidFill>
                      <a:srgbClr val="05080F"/>
                    </a:solidFill>
                    <a:lnB w="9525">
                      <a:solidFill>
                        <a:srgbClr val="444547"/>
                      </a:solidFill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Checkpoint</a:t>
                      </a:r>
                    </a:p>
                  </a:txBody>
                  <a:tcPr marL="73152" marR="73152" anchor="ctr">
                    <a:solidFill>
                      <a:srgbClr val="05080F"/>
                    </a:solidFill>
                    <a:lnB w="9525">
                      <a:solidFill>
                        <a:srgbClr val="44454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Inter"/>
                        </a:rPr>
                        <a:t>a capture of a running computer, restored as a new one: the same app, side by side</a:t>
                      </a:r>
                    </a:p>
                  </a:txBody>
                  <a:tcPr marL="73152" marR="73152" anchor="ctr">
                    <a:solidFill>
                      <a:srgbClr val="05080F"/>
                    </a:solidFill>
                    <a:lnB w="9525">
                      <a:solidFill>
                        <a:srgbClr val="444547"/>
                      </a:solidFill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Secret, key</a:t>
                      </a:r>
                    </a:p>
                  </a:txBody>
                  <a:tcPr marL="73152" marR="73152" anchor="ctr">
                    <a:solidFill>
                      <a:srgbClr val="05080F"/>
                    </a:solidFill>
                    <a:lnB w="9525">
                      <a:solidFill>
                        <a:srgbClr val="44454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Inter"/>
                        </a:rPr>
                        <a:t>a workspace secret reaches a command only when it runs; a principal's key, for an agent</a:t>
                      </a:r>
                    </a:p>
                  </a:txBody>
                  <a:tcPr marL="73152" marR="73152" anchor="ctr">
                    <a:solidFill>
                      <a:srgbClr val="05080F"/>
                    </a:solidFill>
                    <a:lnB w="9525">
                      <a:solidFill>
                        <a:srgbClr val="44454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9496" y="4297680"/>
            <a:ext cx="8046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19294"/>
                </a:solidFill>
                <a:latin typeface="Inter"/>
              </a:rPr>
              <a:t>All of it through one API: what a person does in the console, an agent can do too.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marL="0" indent="0">
              <a:buNone/>
              <a:spcAft>
                <a:spcPts val="900"/>
              </a:spcAft>
            </a:pPr>
            <a:r>
              <a:rPr sz="1300">
                <a:solidFill>
                  <a:srgbClr val="5FFA74"/>
                </a:solidFill>
                <a:latin typeface="Inter"/>
              </a:rPr>
              <a:t>▸  </a:t>
            </a:r>
            <a:r>
              <a:rPr sz="1300" b="1">
                <a:solidFill>
                  <a:srgbClr val="FFFFFF"/>
                </a:solidFill>
                <a:latin typeface="Inter"/>
              </a:rPr>
              <a:t>Throwaway is cheap</a:t>
            </a:r>
            <a:r>
              <a:rPr sz="1300" b="0">
                <a:solidFill>
                  <a:srgbClr val="FFFFFF"/>
                </a:solidFill>
                <a:latin typeface="Inter"/>
              </a:rPr>
              <a:t>: a branch of the target per try, a fork of MongoDB per feature, deleted after</a:t>
            </a:r>
          </a:p>
          <a:p>
            <a:pPr marL="0" indent="0">
              <a:buNone/>
              <a:spcAft>
                <a:spcPts val="900"/>
              </a:spcAft>
            </a:pPr>
            <a:r>
              <a:rPr sz="1300">
                <a:solidFill>
                  <a:srgbClr val="5FFA74"/>
                </a:solidFill>
                <a:latin typeface="Inter"/>
              </a:rPr>
              <a:t>▸  </a:t>
            </a:r>
            <a:r>
              <a:rPr sz="1300" b="1">
                <a:solidFill>
                  <a:srgbClr val="FFFFFF"/>
                </a:solidFill>
                <a:latin typeface="Inter"/>
              </a:rPr>
              <a:t>The real app, beside itself</a:t>
            </a:r>
            <a:r>
              <a:rPr sz="1300" b="0">
                <a:solidFill>
                  <a:srgbClr val="FFFFFF"/>
                </a:solidFill>
                <a:latin typeface="Inter"/>
              </a:rPr>
              <a:t>: a checkpoint restored as a sandbox, on a new Postgres, behind its own URL</a:t>
            </a:r>
          </a:p>
          <a:p>
            <a:pPr marL="0" indent="0">
              <a:buNone/>
              <a:spcAft>
                <a:spcPts val="900"/>
              </a:spcAft>
            </a:pPr>
            <a:r>
              <a:rPr sz="1300">
                <a:solidFill>
                  <a:srgbClr val="5FFA74"/>
                </a:solidFill>
                <a:latin typeface="Inter"/>
              </a:rPr>
              <a:t>▸  </a:t>
            </a:r>
            <a:r>
              <a:rPr sz="1300" b="1">
                <a:solidFill>
                  <a:srgbClr val="FFFFFF"/>
                </a:solidFill>
                <a:latin typeface="Inter"/>
              </a:rPr>
              <a:t>Agents get an API, not a laptop</a:t>
            </a:r>
            <a:r>
              <a:rPr sz="1300" b="0">
                <a:solidFill>
                  <a:srgbClr val="FFFFFF"/>
                </a:solidFill>
                <a:latin typeface="Inter"/>
              </a:rPr>
              <a:t>: their own computer, their own key, scoped to a workspace</a:t>
            </a:r>
          </a:p>
          <a:p>
            <a:pPr marL="0" indent="0">
              <a:buNone/>
              <a:spcAft>
                <a:spcPts val="900"/>
              </a:spcAft>
            </a:pPr>
            <a:r>
              <a:rPr sz="1300">
                <a:solidFill>
                  <a:srgbClr val="5FFA74"/>
                </a:solidFill>
                <a:latin typeface="Inter"/>
              </a:rPr>
              <a:t>▸  </a:t>
            </a:r>
            <a:r>
              <a:rPr sz="1300" b="1">
                <a:solidFill>
                  <a:srgbClr val="FFFFFF"/>
                </a:solidFill>
                <a:latin typeface="Inter"/>
              </a:rPr>
              <a:t>Secrets stay out of reach</a:t>
            </a:r>
            <a:r>
              <a:rPr sz="1300" b="0">
                <a:solidFill>
                  <a:srgbClr val="FFFFFF"/>
                </a:solidFill>
                <a:latin typeface="Inter"/>
              </a:rPr>
              <a:t>: templated into a command's env at run time, never in prompts or files</a:t>
            </a:r>
          </a:p>
          <a:p>
            <a:pPr marL="0" indent="0">
              <a:buNone/>
              <a:spcAft>
                <a:spcPts val="900"/>
              </a:spcAft>
            </a:pPr>
            <a:r>
              <a:rPr sz="1300">
                <a:solidFill>
                  <a:srgbClr val="5FFA74"/>
                </a:solidFill>
                <a:latin typeface="Inter"/>
              </a:rPr>
              <a:t>▸  </a:t>
            </a:r>
            <a:r>
              <a:rPr sz="1300" b="1">
                <a:solidFill>
                  <a:srgbClr val="FFFFFF"/>
                </a:solidFill>
                <a:latin typeface="Inter"/>
              </a:rPr>
              <a:t>You pay for what runs</a:t>
            </a:r>
            <a:r>
              <a:rPr sz="1300" b="0">
                <a:solidFill>
                  <a:srgbClr val="FFFFFF"/>
                </a:solidFill>
                <a:latin typeface="Inter"/>
              </a:rPr>
              <a:t>: computers sleep between runs; </a:t>
            </a:r>
            <a:r>
              <a:rPr sz="1300" b="0">
                <a:solidFill>
                  <a:srgbClr val="5FFA74"/>
                </a:solidFill>
                <a:latin typeface="Geist Mono Medium"/>
              </a:rPr>
              <a:t>clean</a:t>
            </a:r>
            <a:r>
              <a:rPr sz="1300" b="0">
                <a:solidFill>
                  <a:srgbClr val="FFFFFF"/>
                </a:solidFill>
                <a:latin typeface="Inter"/>
              </a:rPr>
              <a:t> and </a:t>
            </a:r>
            <a:r>
              <a:rPr sz="1300" b="0">
                <a:solidFill>
                  <a:srgbClr val="5FFA74"/>
                </a:solidFill>
                <a:latin typeface="Geist Mono Medium"/>
              </a:rPr>
              <a:t>destroy</a:t>
            </a:r>
            <a:r>
              <a:rPr sz="1300" b="0">
                <a:solidFill>
                  <a:srgbClr val="FFFFFF"/>
                </a:solidFill>
                <a:latin typeface="Inter"/>
              </a:rPr>
              <a:t> remove what is left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NEVIA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Nevia helps a migration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548640" y="2194560"/>
            <a:ext cx="8055864" cy="2377440"/>
          </a:xfrm>
        </p:spPr>
        <p:txBody>
          <a:bodyPr wrap="square"/>
          <a:lstStyle/>
          <a:p>
            <a:pPr marL="0" indent="0">
              <a:buNone/>
              <a:spcAft>
                <a:spcPts val="900"/>
              </a:spcAft>
            </a:pPr>
            <a:r>
              <a:rPr sz="1200">
                <a:solidFill>
                  <a:srgbClr val="5FFA74"/>
                </a:solidFill>
                <a:latin typeface="Inter"/>
              </a:rPr>
              <a:t>▸  </a:t>
            </a:r>
            <a:r>
              <a:rPr sz="1200" b="1">
                <a:solidFill>
                  <a:srgbClr val="FFFFFF"/>
                </a:solidFill>
                <a:latin typeface="Inter"/>
              </a:rPr>
              <a:t>Assess</a:t>
            </a:r>
            <a:r>
              <a:rPr sz="1200" b="0">
                <a:solidFill>
                  <a:srgbClr val="FFFFFF"/>
                </a:solidFill>
                <a:latin typeface="Inter"/>
              </a:rPr>
              <a:t>: mongo2pg samples MongoDB (types, presence, warnings, a proposed model); the models never see the values</a:t>
            </a:r>
          </a:p>
          <a:p>
            <a:pPr marL="0" indent="0">
              <a:buNone/>
              <a:spcAft>
                <a:spcPts val="900"/>
              </a:spcAft>
            </a:pPr>
            <a:r>
              <a:rPr sz="1200">
                <a:solidFill>
                  <a:srgbClr val="5FFA74"/>
                </a:solidFill>
                <a:latin typeface="Inter"/>
              </a:rPr>
              <a:t>▸  </a:t>
            </a:r>
            <a:r>
              <a:rPr sz="1200" b="0">
                <a:solidFill>
                  <a:srgbClr val="FFFFFF"/>
                </a:solidFill>
                <a:latin typeface="Inter"/>
              </a:rPr>
              <a:t>Steps 2 and 3 run side by side, from the same analysis; each ends with evidence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THE PATH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path, in five steps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45919" y="1499616"/>
            <a:ext cx="411481" cy="0"/>
          </a:xfrm>
          <a:prstGeom prst="line">
            <a:avLst/>
          </a:prstGeom>
          <a:ln w="15875">
            <a:solidFill>
              <a:srgbClr val="9192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383280" y="1499616"/>
            <a:ext cx="411480" cy="0"/>
          </a:xfrm>
          <a:prstGeom prst="line">
            <a:avLst/>
          </a:prstGeom>
          <a:ln w="15875">
            <a:solidFill>
              <a:srgbClr val="919294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120640" y="1499616"/>
            <a:ext cx="411480" cy="0"/>
          </a:xfrm>
          <a:prstGeom prst="line">
            <a:avLst/>
          </a:prstGeom>
          <a:ln w="15875">
            <a:solidFill>
              <a:srgbClr val="9192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0" y="1499616"/>
            <a:ext cx="411480" cy="0"/>
          </a:xfrm>
          <a:prstGeom prst="line">
            <a:avLst/>
          </a:prstGeom>
          <a:ln w="15875">
            <a:solidFill>
              <a:srgbClr val="9192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20040" y="1170432"/>
            <a:ext cx="1325880" cy="658368"/>
          </a:xfrm>
          <a:prstGeom prst="roundRect">
            <a:avLst/>
          </a:prstGeom>
          <a:solidFill>
            <a:srgbClr val="05080F"/>
          </a:solidFill>
          <a:ln w="1905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1. Assess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mongo2pg infer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57400" y="1170432"/>
            <a:ext cx="1325880" cy="658368"/>
          </a:xfrm>
          <a:prstGeom prst="roundRect">
            <a:avLst/>
          </a:prstGeom>
          <a:solidFill>
            <a:srgbClr val="05080F"/>
          </a:solidFill>
          <a:ln w="1905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2. Move the data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m2p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94760" y="1170432"/>
            <a:ext cx="1325880" cy="658368"/>
          </a:xfrm>
          <a:prstGeom prst="roundRect">
            <a:avLst/>
          </a:prstGeom>
          <a:solidFill>
            <a:srgbClr val="05080F"/>
          </a:solidFill>
          <a:ln w="1905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3. Move the code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acc</a:t>
            </a:r>
          </a:p>
        </p:txBody>
      </p:sp>
      <p:sp>
        <p:nvSpPr>
          <p:cNvPr id="13" name="Diamond 12"/>
          <p:cNvSpPr/>
          <p:nvPr/>
        </p:nvSpPr>
        <p:spPr>
          <a:xfrm>
            <a:off x="5532120" y="1170432"/>
            <a:ext cx="1325880" cy="658368"/>
          </a:xfrm>
          <a:prstGeom prst="diamond">
            <a:avLst/>
          </a:prstGeom>
          <a:solidFill>
            <a:srgbClr val="05080F"/>
          </a:solidFill>
          <a:ln w="19050">
            <a:solidFill>
              <a:srgbClr val="DF5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Inter"/>
              </a:rPr>
              <a:t>4. Validate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reports, sandbox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9480" y="1170432"/>
            <a:ext cx="1325880" cy="658368"/>
          </a:xfrm>
          <a:prstGeom prst="roundRect">
            <a:avLst/>
          </a:prstGeom>
          <a:solidFill>
            <a:srgbClr val="05080F"/>
          </a:solidFill>
          <a:ln w="19050">
            <a:solidFill>
              <a:srgbClr val="FF9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5. Cut over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your decision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marL="0" indent="0">
              <a:buNone/>
              <a:spcAft>
                <a:spcPts val="900"/>
              </a:spcAft>
            </a:pPr>
            <a:r>
              <a:rPr sz="1300">
                <a:solidFill>
                  <a:srgbClr val="5FFA74"/>
                </a:solidFill>
                <a:latin typeface="Inter"/>
              </a:rPr>
              <a:t>▸  </a:t>
            </a:r>
            <a:r>
              <a:rPr sz="1300" b="1">
                <a:solidFill>
                  <a:srgbClr val="FFFFFF"/>
                </a:solidFill>
                <a:latin typeface="Inter"/>
              </a:rPr>
              <a:t>The AI agent works in tries</a:t>
            </a:r>
            <a:r>
              <a:rPr sz="1300" b="0">
                <a:solidFill>
                  <a:srgbClr val="FFFFFF"/>
                </a:solidFill>
                <a:latin typeface="Inter"/>
              </a:rPr>
              <a:t>, each on its own </a:t>
            </a:r>
            <a:r>
              <a:rPr sz="1300" b="1">
                <a:solidFill>
                  <a:srgbClr val="FFFFFF"/>
                </a:solidFill>
                <a:latin typeface="Inter"/>
              </a:rPr>
              <a:t>branch</a:t>
            </a:r>
            <a:r>
              <a:rPr sz="1300" b="0">
                <a:solidFill>
                  <a:srgbClr val="FFFFFF"/>
                </a:solidFill>
                <a:latin typeface="Inter"/>
              </a:rPr>
              <a:t> of the target Postgres (</a:t>
            </a:r>
            <a:r>
              <a:rPr sz="1300" b="0">
                <a:solidFill>
                  <a:srgbClr val="5FFA74"/>
                </a:solidFill>
                <a:latin typeface="Geist Mono Medium"/>
              </a:rPr>
              <a:t>m2p-tryN</a:t>
            </a:r>
            <a:r>
              <a:rPr sz="1300" b="0">
                <a:solidFill>
                  <a:srgbClr val="FFFFFF"/>
                </a:solidFill>
                <a:latin typeface="Inter"/>
              </a:rPr>
              <a:t>)</a:t>
            </a:r>
          </a:p>
          <a:p>
            <a:pPr marL="0" indent="0">
              <a:buNone/>
              <a:spcAft>
                <a:spcPts val="900"/>
              </a:spcAft>
            </a:pPr>
            <a:r>
              <a:rPr sz="1300">
                <a:solidFill>
                  <a:srgbClr val="5FFA74"/>
                </a:solidFill>
                <a:latin typeface="Inter"/>
              </a:rPr>
              <a:t>▸  </a:t>
            </a:r>
            <a:r>
              <a:rPr sz="1300" b="0">
                <a:solidFill>
                  <a:srgbClr val="FFFFFF"/>
                </a:solidFill>
                <a:latin typeface="Inter"/>
              </a:rPr>
              <a:t>A try is checked by </a:t>
            </a:r>
            <a:r>
              <a:rPr sz="1300" b="1">
                <a:solidFill>
                  <a:srgbClr val="FFFFFF"/>
                </a:solidFill>
                <a:latin typeface="Inter"/>
              </a:rPr>
              <a:t>mongo2pg's post-import report</a:t>
            </a:r>
            <a:r>
              <a:rPr sz="1300" b="0">
                <a:solidFill>
                  <a:srgbClr val="FFFFFF"/>
                </a:solidFill>
                <a:latin typeface="Inter"/>
              </a:rPr>
              <a:t>: same row counts, matching checksums, table by table</a:t>
            </a:r>
          </a:p>
          <a:p>
            <a:pPr marL="0" indent="0">
              <a:buNone/>
              <a:spcAft>
                <a:spcPts val="900"/>
              </a:spcAft>
            </a:pPr>
            <a:r>
              <a:rPr sz="1300">
                <a:solidFill>
                  <a:srgbClr val="5FFA74"/>
                </a:solidFill>
                <a:latin typeface="Inter"/>
              </a:rPr>
              <a:t>▸  </a:t>
            </a:r>
            <a:r>
              <a:rPr sz="1300" b="1">
                <a:solidFill>
                  <a:srgbClr val="FFFFFF"/>
                </a:solidFill>
                <a:latin typeface="Inter"/>
              </a:rPr>
              <a:t>Fix the data first</a:t>
            </a:r>
            <a:r>
              <a:rPr sz="1300" b="0">
                <a:solidFill>
                  <a:srgbClr val="FFFFFF"/>
                </a:solidFill>
                <a:latin typeface="Inter"/>
              </a:rPr>
              <a:t> (mapping, configuration, one </a:t>
            </a:r>
            <a:r>
              <a:rPr sz="1300" b="0">
                <a:solidFill>
                  <a:srgbClr val="5FFA74"/>
                </a:solidFill>
                <a:latin typeface="Geist Mono Medium"/>
              </a:rPr>
              <a:t>normalize.sql</a:t>
            </a:r>
            <a:r>
              <a:rPr sz="1300" b="0">
                <a:solidFill>
                  <a:srgbClr val="FFFFFF"/>
                </a:solidFill>
                <a:latin typeface="Inter"/>
              </a:rPr>
              <a:t>), change the model only when it must</a:t>
            </a:r>
          </a:p>
          <a:p>
            <a:pPr marL="0" indent="0">
              <a:buNone/>
              <a:spcAft>
                <a:spcPts val="900"/>
              </a:spcAft>
            </a:pPr>
            <a:r>
              <a:rPr sz="1300">
                <a:solidFill>
                  <a:srgbClr val="5FFA74"/>
                </a:solidFill>
                <a:latin typeface="Inter"/>
              </a:rPr>
              <a:t>▸  </a:t>
            </a:r>
            <a:r>
              <a:rPr sz="1300" b="0">
                <a:solidFill>
                  <a:srgbClr val="FFFFFF"/>
                </a:solidFill>
                <a:latin typeface="Inter"/>
              </a:rPr>
              <a:t>No JSONB shortcut; every try recorded in </a:t>
            </a:r>
            <a:r>
              <a:rPr sz="1300" b="0">
                <a:solidFill>
                  <a:srgbClr val="5FFA74"/>
                </a:solidFill>
                <a:latin typeface="Geist Mono Medium"/>
              </a:rPr>
              <a:t>ATTEMPTS.md</a:t>
            </a:r>
            <a:r>
              <a:rPr sz="1300" b="0">
                <a:solidFill>
                  <a:srgbClr val="FFFFFF"/>
                </a:solidFill>
                <a:latin typeface="Inter"/>
              </a:rPr>
              <a:t>, every branch kept until </a:t>
            </a:r>
            <a:r>
              <a:rPr sz="1300" b="0">
                <a:solidFill>
                  <a:srgbClr val="5FFA74"/>
                </a:solidFill>
                <a:latin typeface="Geist Mono Medium"/>
              </a:rPr>
              <a:t>clean</a:t>
            </a:r>
          </a:p>
          <a:p>
            <a:pPr marL="0" indent="0">
              <a:buNone/>
              <a:spcAft>
                <a:spcPts val="900"/>
              </a:spcAft>
            </a:pPr>
            <a:r>
              <a:rPr sz="1300">
                <a:solidFill>
                  <a:srgbClr val="5FFA74"/>
                </a:solidFill>
                <a:latin typeface="Inter"/>
              </a:rPr>
              <a:t>▸  </a:t>
            </a:r>
            <a:r>
              <a:rPr sz="1300" b="0">
                <a:solidFill>
                  <a:srgbClr val="FFFFFF"/>
                </a:solidFill>
                <a:latin typeface="Inter"/>
              </a:rPr>
              <a:t>The end: the target loaded, and </a:t>
            </a:r>
            <a:r>
              <a:rPr sz="1300" b="1">
                <a:solidFill>
                  <a:srgbClr val="FFFFFF"/>
                </a:solidFill>
                <a:latin typeface="Inter"/>
              </a:rPr>
              <a:t>final.sql</a:t>
            </a:r>
            <a:r>
              <a:rPr sz="1300" b="0">
                <a:solidFill>
                  <a:srgbClr val="FFFFFF"/>
                </a:solidFill>
                <a:latin typeface="Inter"/>
              </a:rPr>
              <a:t>, all the SQL it took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THE DATA · M2P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Move the data: m2p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M2P · STEP BY STEP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m2p works, step by step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45919" y="2615184"/>
            <a:ext cx="411481" cy="0"/>
          </a:xfrm>
          <a:prstGeom prst="line">
            <a:avLst/>
          </a:prstGeom>
          <a:ln w="15875">
            <a:solidFill>
              <a:srgbClr val="9192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2720340" y="1828800"/>
            <a:ext cx="1737360" cy="457200"/>
          </a:xfrm>
          <a:prstGeom prst="line">
            <a:avLst/>
          </a:prstGeom>
          <a:ln w="15875">
            <a:solidFill>
              <a:srgbClr val="9192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385565" y="1956816"/>
            <a:ext cx="406908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919294"/>
                </a:solidFill>
                <a:latin typeface="Inter"/>
              </a:rPr>
              <a:t>makes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20340" y="2944368"/>
            <a:ext cx="1737360" cy="457200"/>
          </a:xfrm>
          <a:prstGeom prst="line">
            <a:avLst/>
          </a:prstGeom>
          <a:ln w="15875">
            <a:solidFill>
              <a:srgbClr val="9192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385565" y="3072384"/>
            <a:ext cx="406908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919294"/>
                </a:solidFill>
                <a:latin typeface="Inter"/>
              </a:rPr>
              <a:t>makes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1499616"/>
            <a:ext cx="411480" cy="0"/>
          </a:xfrm>
          <a:prstGeom prst="line">
            <a:avLst/>
          </a:prstGeom>
          <a:ln w="15875">
            <a:solidFill>
              <a:srgbClr val="9192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120640" y="3730752"/>
            <a:ext cx="411480" cy="0"/>
          </a:xfrm>
          <a:prstGeom prst="line">
            <a:avLst/>
          </a:prstGeom>
          <a:ln w="15875">
            <a:solidFill>
              <a:srgbClr val="919294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195059" y="1828800"/>
            <a:ext cx="0" cy="1572768"/>
          </a:xfrm>
          <a:prstGeom prst="line">
            <a:avLst/>
          </a:prstGeom>
          <a:ln w="15875">
            <a:solidFill>
              <a:srgbClr val="9192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724144" y="2514600"/>
            <a:ext cx="941832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919294"/>
                </a:solidFill>
                <a:latin typeface="Inter"/>
              </a:rPr>
              <a:t>export, import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6195059" y="2944368"/>
            <a:ext cx="1737361" cy="457200"/>
          </a:xfrm>
          <a:prstGeom prst="line">
            <a:avLst/>
          </a:prstGeom>
          <a:ln w="15875">
            <a:solidFill>
              <a:srgbClr val="9192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32420" y="2944368"/>
            <a:ext cx="0" cy="457200"/>
          </a:xfrm>
          <a:prstGeom prst="line">
            <a:avLst/>
          </a:prstGeom>
          <a:ln w="15875">
            <a:solidFill>
              <a:srgbClr val="9192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728966" y="3072384"/>
            <a:ext cx="406908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919294"/>
                </a:solidFill>
                <a:latin typeface="Inter"/>
              </a:rPr>
              <a:t>fails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6858000" y="3730752"/>
            <a:ext cx="411480" cy="0"/>
          </a:xfrm>
          <a:prstGeom prst="line">
            <a:avLst/>
          </a:prstGeom>
          <a:ln w="15875">
            <a:solidFill>
              <a:srgbClr val="9192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7932420" y="1828800"/>
            <a:ext cx="0" cy="457200"/>
          </a:xfrm>
          <a:prstGeom prst="line">
            <a:avLst/>
          </a:prstGeom>
          <a:ln w="15875">
            <a:solidFill>
              <a:srgbClr val="9192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699248" y="1956816"/>
            <a:ext cx="466344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919294"/>
                </a:solidFill>
                <a:latin typeface="Inter"/>
              </a:rPr>
              <a:t>passes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2286000"/>
            <a:ext cx="1325880" cy="658368"/>
          </a:xfrm>
          <a:prstGeom prst="roundRect">
            <a:avLst/>
          </a:prstGeom>
          <a:solidFill>
            <a:srgbClr val="05080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Your machine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agent m2p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57400" y="2286000"/>
            <a:ext cx="1325880" cy="658368"/>
          </a:xfrm>
          <a:prstGeom prst="roundRect">
            <a:avLst/>
          </a:prstGeom>
          <a:solidFill>
            <a:srgbClr val="05080F"/>
          </a:solidFill>
          <a:ln w="1905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m2p-agent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the AI agent, mongo2pg</a:t>
            </a:r>
          </a:p>
        </p:txBody>
      </p:sp>
      <p:sp>
        <p:nvSpPr>
          <p:cNvPr id="23" name="Can 22"/>
          <p:cNvSpPr/>
          <p:nvPr/>
        </p:nvSpPr>
        <p:spPr>
          <a:xfrm>
            <a:off x="3794760" y="1170432"/>
            <a:ext cx="1325880" cy="658368"/>
          </a:xfrm>
          <a:prstGeom prst="can">
            <a:avLst/>
          </a:prstGeom>
          <a:solidFill>
            <a:srgbClr val="05080F"/>
          </a:solidFill>
          <a:ln w="1905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m2p-mongo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MongoDB and its data</a:t>
            </a:r>
          </a:p>
        </p:txBody>
      </p:sp>
      <p:sp>
        <p:nvSpPr>
          <p:cNvPr id="24" name="Can 23"/>
          <p:cNvSpPr/>
          <p:nvPr/>
        </p:nvSpPr>
        <p:spPr>
          <a:xfrm>
            <a:off x="3794760" y="3401568"/>
            <a:ext cx="1325880" cy="658368"/>
          </a:xfrm>
          <a:prstGeom prst="can">
            <a:avLst/>
          </a:prstGeom>
          <a:solidFill>
            <a:srgbClr val="05080F"/>
          </a:solidFill>
          <a:ln w="1905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m2p-pg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the target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32120" y="1170432"/>
            <a:ext cx="1325880" cy="658368"/>
          </a:xfrm>
          <a:prstGeom prst="roundRect">
            <a:avLst/>
          </a:prstGeom>
          <a:solidFill>
            <a:srgbClr val="05080F"/>
          </a:solidFill>
          <a:ln w="1905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mongo2pg infer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a model, warnings</a:t>
            </a:r>
          </a:p>
        </p:txBody>
      </p:sp>
      <p:sp>
        <p:nvSpPr>
          <p:cNvPr id="26" name="Can 25"/>
          <p:cNvSpPr/>
          <p:nvPr/>
        </p:nvSpPr>
        <p:spPr>
          <a:xfrm>
            <a:off x="5532120" y="3401568"/>
            <a:ext cx="1325880" cy="658368"/>
          </a:xfrm>
          <a:prstGeom prst="can">
            <a:avLst/>
          </a:prstGeom>
          <a:solidFill>
            <a:srgbClr val="05080F"/>
          </a:solidFill>
          <a:ln w="1905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m2p-tryN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a branch of m2p-pg</a:t>
            </a:r>
          </a:p>
        </p:txBody>
      </p:sp>
      <p:sp>
        <p:nvSpPr>
          <p:cNvPr id="27" name="Diamond 26"/>
          <p:cNvSpPr/>
          <p:nvPr/>
        </p:nvSpPr>
        <p:spPr>
          <a:xfrm>
            <a:off x="7269480" y="2286000"/>
            <a:ext cx="1325880" cy="658368"/>
          </a:xfrm>
          <a:prstGeom prst="diamond">
            <a:avLst/>
          </a:prstGeom>
          <a:solidFill>
            <a:srgbClr val="05080F"/>
          </a:solidFill>
          <a:ln w="19050">
            <a:solidFill>
              <a:srgbClr val="DF5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Inter"/>
              </a:rPr>
              <a:t>report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post-import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69480" y="3401568"/>
            <a:ext cx="1325880" cy="658368"/>
          </a:xfrm>
          <a:prstGeom prst="roundRect">
            <a:avLst/>
          </a:prstGeom>
          <a:solidFill>
            <a:srgbClr val="05080F"/>
          </a:solidFill>
          <a:ln w="1905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fix the data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config, normalize.sql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69480" y="1170432"/>
            <a:ext cx="1325880" cy="658368"/>
          </a:xfrm>
          <a:prstGeom prst="roundRect">
            <a:avLst/>
          </a:prstGeom>
          <a:solidFill>
            <a:srgbClr val="05080F"/>
          </a:solidFill>
          <a:ln w="19050">
            <a:solidFill>
              <a:srgbClr val="FF9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DONE.md, final.sql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in build/m2p-runs/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1/6 · Your machine makes the agent computer.</a:t>
            </a:r>
            <a:r>
              <a:rPr sz="1100" b="0">
                <a:solidFill>
                  <a:srgbClr val="FFFFFF"/>
                </a:solidFill>
                <a:latin typeface="Inter"/>
              </a:rPr>
              <a:t> Its own Nevia key, the secrets from </a:t>
            </a:r>
            <a:r>
              <a:rPr sz="1100" b="0">
                <a:solidFill>
                  <a:srgbClr val="5FFA74"/>
                </a:solidFill>
                <a:latin typeface="Geist Mono Medium"/>
              </a:rPr>
              <a:t>.env</a:t>
            </a:r>
            <a:r>
              <a:rPr sz="1100" b="0">
                <a:solidFill>
                  <a:srgbClr val="FFFFFF"/>
                </a:solidFill>
                <a:latin typeface="Inter"/>
              </a:rPr>
              <a:t>, this code: nothing else is made from your machine.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2/6 · The agent makes the source and the target.</a:t>
            </a:r>
            <a:r>
              <a:rPr sz="1100" b="0">
                <a:solidFill>
                  <a:srgbClr val="FFFFFF"/>
                </a:solidFill>
                <a:latin typeface="Inter"/>
              </a:rPr>
              <a:t> MongoDB on </a:t>
            </a:r>
            <a:r>
              <a:rPr sz="1100" b="0">
                <a:solidFill>
                  <a:srgbClr val="5FFA74"/>
                </a:solidFill>
                <a:latin typeface="Geist Mono Medium"/>
              </a:rPr>
              <a:t>m2p-mongo</a:t>
            </a:r>
            <a:r>
              <a:rPr sz="1100" b="0">
                <a:solidFill>
                  <a:srgbClr val="FFFFFF"/>
                </a:solidFill>
                <a:latin typeface="Inter"/>
              </a:rPr>
              <a:t>, seeded with the data, and an empty Postgres, </a:t>
            </a:r>
            <a:r>
              <a:rPr sz="1100" b="0">
                <a:solidFill>
                  <a:srgbClr val="5FFA74"/>
                </a:solidFill>
                <a:latin typeface="Geist Mono Medium"/>
              </a:rPr>
              <a:t>m2p-pg</a:t>
            </a:r>
            <a:r>
              <a:rPr sz="1100" b="0">
                <a:solidFill>
                  <a:srgbClr val="FFFFFF"/>
                </a:solidFill>
                <a:latin typeface="Inter"/>
              </a:rPr>
              <a:t>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3/6 · The AI analyses the data.</a:t>
            </a:r>
            <a:r>
              <a:rPr sz="1100" b="0">
                <a:solidFill>
                  <a:srgbClr val="FFFFFF"/>
                </a:solidFill>
                <a:latin typeface="Inter"/>
              </a:rPr>
              <a:t> mongo2pg samples MongoDB: types, presence, warnings, a proposed SQL model.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4/6 · A try, on its own branch.</a:t>
            </a:r>
            <a:r>
              <a:rPr sz="1100" b="0">
                <a:solidFill>
                  <a:srgbClr val="FFFFFF"/>
                </a:solidFill>
                <a:latin typeface="Inter"/>
              </a:rPr>
              <a:t> Each try gets </a:t>
            </a:r>
            <a:r>
              <a:rPr sz="1100" b="0">
                <a:solidFill>
                  <a:srgbClr val="5FFA74"/>
                </a:solidFill>
                <a:latin typeface="Geist Mono Medium"/>
              </a:rPr>
              <a:t>m2p-tryN</a:t>
            </a:r>
            <a:r>
              <a:rPr sz="1100" b="0">
                <a:solidFill>
                  <a:srgbClr val="FFFFFF"/>
                </a:solidFill>
                <a:latin typeface="Inter"/>
              </a:rPr>
              <a:t>, a branch of the target made in seconds: export from MongoDB, import there.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5/6 · Checked, fixed, tried again.</a:t>
            </a:r>
            <a:r>
              <a:rPr sz="1100" b="0">
                <a:solidFill>
                  <a:srgbClr val="FFFFFF"/>
                </a:solidFill>
                <a:latin typeface="Inter"/>
              </a:rPr>
              <a:t> mongo2pg's post-import report compares every table; when it fails, the AI fixes the data and tries again on a new branch. Every branch stays, as evidence.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6/6 · Done.</a:t>
            </a:r>
            <a:r>
              <a:rPr sz="1100" b="0">
                <a:solidFill>
                  <a:srgbClr val="FFFFFF"/>
                </a:solidFill>
                <a:latin typeface="Inter"/>
              </a:rPr>
              <a:t> The passing load goes into </a:t>
            </a:r>
            <a:r>
              <a:rPr sz="1100" b="0">
                <a:solidFill>
                  <a:srgbClr val="5FFA74"/>
                </a:solidFill>
                <a:latin typeface="Geist Mono Medium"/>
              </a:rPr>
              <a:t>m2p-pg</a:t>
            </a:r>
            <a:r>
              <a:rPr sz="1100" b="0">
                <a:solidFill>
                  <a:srgbClr val="FFFFFF"/>
                </a:solidFill>
                <a:latin typeface="Inter"/>
              </a:rPr>
              <a:t>; </a:t>
            </a:r>
            <a:r>
              <a:rPr sz="1100" b="0">
                <a:solidFill>
                  <a:srgbClr val="5FFA74"/>
                </a:solidFill>
                <a:latin typeface="Geist Mono Medium"/>
              </a:rPr>
              <a:t>run</a:t>
            </a:r>
            <a:r>
              <a:rPr sz="1100" b="0">
                <a:solidFill>
                  <a:srgbClr val="FFFFFF"/>
                </a:solidFill>
                <a:latin typeface="Inter"/>
              </a:rPr>
              <a:t> collects DONE.md, the tries and </a:t>
            </a:r>
            <a:r>
              <a:rPr sz="1100" b="0">
                <a:solidFill>
                  <a:srgbClr val="5FFA74"/>
                </a:solidFill>
                <a:latin typeface="Geist Mono Medium"/>
              </a:rPr>
              <a:t>final.sql</a:t>
            </a:r>
            <a:r>
              <a:rPr sz="1100" b="0">
                <a:solidFill>
                  <a:srgbClr val="FFFFFF"/>
                </a:solidFill>
                <a:latin typeface="Inter"/>
              </a:rPr>
              <a:t>, all the SQL it took.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4" grpId="0" animBg="1"/>
      <p:bldP spid="17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0" grpId="1" animBg="1"/>
      <p:bldP spid="31" grpId="0" animBg="1"/>
      <p:bldP spid="31" grpId="1" animBg="1"/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marL="0" indent="0">
              <a:buNone/>
              <a:spcAft>
                <a:spcPts val="900"/>
              </a:spcAft>
            </a:pPr>
            <a:r>
              <a:rPr sz="1300">
                <a:solidFill>
                  <a:srgbClr val="5FFA74"/>
                </a:solidFill>
                <a:latin typeface="Inter"/>
              </a:rPr>
              <a:t>▸  </a:t>
            </a:r>
            <a:r>
              <a:rPr sz="1300" b="1">
                <a:solidFill>
                  <a:srgbClr val="FFFFFF"/>
                </a:solidFill>
                <a:latin typeface="Inter"/>
              </a:rPr>
              <a:t>The AI agent rewrites the app</a:t>
            </a:r>
            <a:r>
              <a:rPr sz="1300" b="0">
                <a:solidFill>
                  <a:srgbClr val="FFFFFF"/>
                </a:solidFill>
                <a:latin typeface="Inter"/>
              </a:rPr>
              <a:t>: JDBC instead of the driver, normalized tables, transactions</a:t>
            </a:r>
          </a:p>
          <a:p>
            <a:pPr marL="0" indent="0">
              <a:buNone/>
              <a:spcAft>
                <a:spcPts val="900"/>
              </a:spcAft>
            </a:pPr>
            <a:r>
              <a:rPr sz="1300">
                <a:solidFill>
                  <a:srgbClr val="5FFA74"/>
                </a:solidFill>
                <a:latin typeface="Inter"/>
              </a:rPr>
              <a:t>▸  </a:t>
            </a:r>
            <a:r>
              <a:rPr sz="1300" b="1">
                <a:solidFill>
                  <a:srgbClr val="FFFFFF"/>
                </a:solidFill>
                <a:latin typeface="Inter"/>
              </a:rPr>
              <a:t>The API stays as it is</a:t>
            </a:r>
            <a:r>
              <a:rPr sz="1300" b="0">
                <a:solidFill>
                  <a:srgbClr val="FFFFFF"/>
                </a:solidFill>
                <a:latin typeface="Inter"/>
              </a:rPr>
              <a:t>: routes, status codes, JSON shapes, validation, the UI</a:t>
            </a:r>
          </a:p>
          <a:p>
            <a:pPr marL="0" indent="0">
              <a:buNone/>
              <a:spcAft>
                <a:spcPts val="900"/>
              </a:spcAft>
            </a:pPr>
            <a:r>
              <a:rPr sz="1300">
                <a:solidFill>
                  <a:srgbClr val="5FFA74"/>
                </a:solidFill>
                <a:latin typeface="Inter"/>
              </a:rPr>
              <a:t>▸  </a:t>
            </a:r>
            <a:r>
              <a:rPr sz="1300" b="0">
                <a:solidFill>
                  <a:srgbClr val="FFFFFF"/>
                </a:solidFill>
                <a:latin typeface="Inter"/>
              </a:rPr>
              <a:t>The seed data moves too: </a:t>
            </a:r>
            <a:r>
              <a:rPr sz="1300" b="0">
                <a:solidFill>
                  <a:srgbClr val="5FFA74"/>
                </a:solidFill>
                <a:latin typeface="Geist Mono Medium"/>
              </a:rPr>
              <a:t>local/mongo-init/*.js</a:t>
            </a:r>
            <a:r>
              <a:rPr sz="1300" b="0">
                <a:solidFill>
                  <a:srgbClr val="FFFFFF"/>
                </a:solidFill>
                <a:latin typeface="Inter"/>
              </a:rPr>
              <a:t> becomes </a:t>
            </a:r>
            <a:r>
              <a:rPr sz="1300" b="0">
                <a:solidFill>
                  <a:srgbClr val="5FFA74"/>
                </a:solidFill>
                <a:latin typeface="Geist Mono Medium"/>
              </a:rPr>
              <a:t>local/postgres-init/*.sql</a:t>
            </a:r>
          </a:p>
          <a:p>
            <a:pPr marL="0" indent="0">
              <a:buNone/>
              <a:spcAft>
                <a:spcPts val="900"/>
              </a:spcAft>
            </a:pPr>
            <a:r>
              <a:rPr sz="1300">
                <a:solidFill>
                  <a:srgbClr val="5FFA74"/>
                </a:solidFill>
                <a:latin typeface="Inter"/>
              </a:rPr>
              <a:t>▸  </a:t>
            </a:r>
            <a:r>
              <a:rPr sz="1300" b="0">
                <a:solidFill>
                  <a:srgbClr val="FFFFFF"/>
                </a:solidFill>
                <a:latin typeface="Inter"/>
              </a:rPr>
              <a:t>It checks its work against </a:t>
            </a:r>
            <a:r>
              <a:rPr sz="1300" b="1">
                <a:solidFill>
                  <a:srgbClr val="FFFFFF"/>
                </a:solidFill>
                <a:latin typeface="Inter"/>
              </a:rPr>
              <a:t>a Postgres of its own</a:t>
            </a:r>
            <a:r>
              <a:rPr sz="1300" b="0">
                <a:solidFill>
                  <a:srgbClr val="FFFFFF"/>
                </a:solidFill>
                <a:latin typeface="Inter"/>
              </a:rPr>
              <a:t>, made for the run, then </a:t>
            </a:r>
            <a:r>
              <a:rPr sz="1300" b="0">
                <a:solidFill>
                  <a:srgbClr val="5FFA74"/>
                </a:solidFill>
                <a:latin typeface="Geist Mono Medium"/>
              </a:rPr>
              <a:t>mvn package</a:t>
            </a:r>
            <a:r>
              <a:rPr sz="1300" b="0">
                <a:solidFill>
                  <a:srgbClr val="FFFFFF"/>
                </a:solidFill>
                <a:latin typeface="Inter"/>
              </a:rPr>
              <a:t> with the tests</a:t>
            </a:r>
          </a:p>
          <a:p>
            <a:pPr marL="0" indent="0">
              <a:buNone/>
              <a:spcAft>
                <a:spcPts val="900"/>
              </a:spcAft>
            </a:pPr>
            <a:r>
              <a:rPr sz="1300">
                <a:solidFill>
                  <a:srgbClr val="5FFA74"/>
                </a:solidFill>
                <a:latin typeface="Inter"/>
              </a:rPr>
              <a:t>▸  </a:t>
            </a:r>
            <a:r>
              <a:rPr sz="1300" b="1">
                <a:solidFill>
                  <a:srgbClr val="FFFFFF"/>
                </a:solidFill>
                <a:latin typeface="Inter"/>
              </a:rPr>
              <a:t>No trace of MongoDB left</a:t>
            </a:r>
            <a:r>
              <a:rPr sz="1300" b="0">
                <a:solidFill>
                  <a:srgbClr val="FFFFFF"/>
                </a:solidFill>
                <a:latin typeface="Inter"/>
              </a:rPr>
              <a:t>: a search for mongo, bson, chisel must come back empty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THE CODE · ACC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Move the code: acc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ACC · STEP BY STEP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acc works, step by step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45919" y="2615184"/>
            <a:ext cx="411481" cy="0"/>
          </a:xfrm>
          <a:prstGeom prst="line">
            <a:avLst/>
          </a:prstGeom>
          <a:ln w="15875">
            <a:solidFill>
              <a:srgbClr val="9192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720340" y="1828800"/>
            <a:ext cx="0" cy="457200"/>
          </a:xfrm>
          <a:prstGeom prst="line">
            <a:avLst/>
          </a:prstGeom>
          <a:ln w="15875">
            <a:solidFill>
              <a:srgbClr val="9192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516886" y="1956816"/>
            <a:ext cx="406908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919294"/>
                </a:solidFill>
                <a:latin typeface="Inter"/>
              </a:rPr>
              <a:t>clone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383280" y="2615184"/>
            <a:ext cx="411480" cy="0"/>
          </a:xfrm>
          <a:prstGeom prst="line">
            <a:avLst/>
          </a:prstGeom>
          <a:ln w="15875">
            <a:solidFill>
              <a:srgbClr val="9192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457700" y="1828800"/>
            <a:ext cx="0" cy="457200"/>
          </a:xfrm>
          <a:prstGeom prst="line">
            <a:avLst/>
          </a:prstGeom>
          <a:ln w="15875">
            <a:solidFill>
              <a:srgbClr val="919294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224528" y="1956816"/>
            <a:ext cx="466344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919294"/>
                </a:solidFill>
                <a:latin typeface="Inter"/>
              </a:rPr>
              <a:t>chisel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120640" y="1499616"/>
            <a:ext cx="411480" cy="0"/>
          </a:xfrm>
          <a:prstGeom prst="line">
            <a:avLst/>
          </a:prstGeom>
          <a:ln w="15875">
            <a:solidFill>
              <a:srgbClr val="9192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195059" y="1828800"/>
            <a:ext cx="0" cy="457200"/>
          </a:xfrm>
          <a:prstGeom prst="line">
            <a:avLst/>
          </a:prstGeom>
          <a:ln w="15875">
            <a:solidFill>
              <a:srgbClr val="9192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932170" y="1956816"/>
            <a:ext cx="525780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919294"/>
                </a:solidFill>
                <a:latin typeface="Inter"/>
              </a:rPr>
              <a:t>schemas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6195059" y="1828800"/>
            <a:ext cx="1737361" cy="457200"/>
          </a:xfrm>
          <a:prstGeom prst="line">
            <a:avLst/>
          </a:prstGeom>
          <a:ln w="15875">
            <a:solidFill>
              <a:srgbClr val="919294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30568" y="1956816"/>
            <a:ext cx="466344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919294"/>
                </a:solidFill>
                <a:latin typeface="Inter"/>
              </a:rPr>
              <a:t>checks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0" y="2615184"/>
            <a:ext cx="411480" cy="0"/>
          </a:xfrm>
          <a:prstGeom prst="line">
            <a:avLst/>
          </a:prstGeom>
          <a:ln w="15875">
            <a:solidFill>
              <a:srgbClr val="9192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457700" y="2944368"/>
            <a:ext cx="1737359" cy="457200"/>
          </a:xfrm>
          <a:prstGeom prst="line">
            <a:avLst/>
          </a:prstGeom>
          <a:ln w="15875">
            <a:solidFill>
              <a:srgbClr val="9192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74336" y="3072384"/>
            <a:ext cx="704088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919294"/>
                </a:solidFill>
                <a:latin typeface="Inter"/>
              </a:rPr>
              <a:t>checkpoint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6195059" y="2944368"/>
            <a:ext cx="1737361" cy="457200"/>
          </a:xfrm>
          <a:prstGeom prst="line">
            <a:avLst/>
          </a:prstGeom>
          <a:ln w="15875">
            <a:solidFill>
              <a:srgbClr val="9192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00850" y="3072384"/>
            <a:ext cx="525780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919294"/>
                </a:solidFill>
                <a:latin typeface="Inter"/>
              </a:rPr>
              <a:t>the jar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5120640" y="3730752"/>
            <a:ext cx="411480" cy="0"/>
          </a:xfrm>
          <a:prstGeom prst="line">
            <a:avLst/>
          </a:prstGeom>
          <a:ln w="15875">
            <a:solidFill>
              <a:srgbClr val="9192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858000" y="3730752"/>
            <a:ext cx="411480" cy="0"/>
          </a:xfrm>
          <a:prstGeom prst="line">
            <a:avLst/>
          </a:prstGeom>
          <a:ln w="15875">
            <a:solidFill>
              <a:srgbClr val="9192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20040" y="2286000"/>
            <a:ext cx="1325880" cy="658368"/>
          </a:xfrm>
          <a:prstGeom prst="roundRect">
            <a:avLst/>
          </a:prstGeom>
          <a:solidFill>
            <a:srgbClr val="05080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Your machine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agent acc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7400" y="2286000"/>
            <a:ext cx="1325880" cy="658368"/>
          </a:xfrm>
          <a:prstGeom prst="roundRect">
            <a:avLst/>
          </a:prstGeom>
          <a:solidFill>
            <a:srgbClr val="05080F"/>
          </a:solidFill>
          <a:ln w="1905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acc-agent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runs the run</a:t>
            </a:r>
          </a:p>
        </p:txBody>
      </p:sp>
      <p:sp>
        <p:nvSpPr>
          <p:cNvPr id="26" name="Can 25"/>
          <p:cNvSpPr/>
          <p:nvPr/>
        </p:nvSpPr>
        <p:spPr>
          <a:xfrm>
            <a:off x="2057400" y="1170432"/>
            <a:ext cx="1325880" cy="658368"/>
          </a:xfrm>
          <a:prstGeom prst="can">
            <a:avLst/>
          </a:prstGeom>
          <a:solidFill>
            <a:srgbClr val="05080F"/>
          </a:solidFill>
          <a:ln w="1905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GitHub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the app's repository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94760" y="2286000"/>
            <a:ext cx="1325880" cy="658368"/>
          </a:xfrm>
          <a:prstGeom prst="roundRect">
            <a:avLst/>
          </a:prstGeom>
          <a:solidFill>
            <a:srgbClr val="05080F"/>
          </a:solidFill>
          <a:ln w="1905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acc-app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the app, from main</a:t>
            </a:r>
          </a:p>
        </p:txBody>
      </p:sp>
      <p:sp>
        <p:nvSpPr>
          <p:cNvPr id="28" name="Can 27"/>
          <p:cNvSpPr/>
          <p:nvPr/>
        </p:nvSpPr>
        <p:spPr>
          <a:xfrm>
            <a:off x="3794760" y="1170432"/>
            <a:ext cx="1325880" cy="658368"/>
          </a:xfrm>
          <a:prstGeom prst="can">
            <a:avLst/>
          </a:prstGeom>
          <a:solidFill>
            <a:srgbClr val="05080F"/>
          </a:solidFill>
          <a:ln w="1905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acc-mongo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its MongoDB, seeded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32120" y="1170432"/>
            <a:ext cx="1325880" cy="658368"/>
          </a:xfrm>
          <a:prstGeom prst="roundRect">
            <a:avLst/>
          </a:prstGeom>
          <a:solidFill>
            <a:srgbClr val="05080F"/>
          </a:solidFill>
          <a:ln w="1905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mongo2pg infer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without the values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32120" y="2286000"/>
            <a:ext cx="1325880" cy="658368"/>
          </a:xfrm>
          <a:prstGeom prst="roundRect">
            <a:avLst/>
          </a:prstGeom>
          <a:solidFill>
            <a:srgbClr val="05080F"/>
          </a:solidFill>
          <a:ln w="1905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the AI, as acc-ai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code and tests</a:t>
            </a:r>
          </a:p>
        </p:txBody>
      </p:sp>
      <p:sp>
        <p:nvSpPr>
          <p:cNvPr id="31" name="Can 30"/>
          <p:cNvSpPr/>
          <p:nvPr/>
        </p:nvSpPr>
        <p:spPr>
          <a:xfrm>
            <a:off x="7269480" y="1170432"/>
            <a:ext cx="1325880" cy="658368"/>
          </a:xfrm>
          <a:prstGeom prst="can">
            <a:avLst/>
          </a:prstGeom>
          <a:solidFill>
            <a:srgbClr val="05080F"/>
          </a:solidFill>
          <a:ln w="1905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acc-app-db-RUN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its own Postgres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269480" y="2286000"/>
            <a:ext cx="1325880" cy="658368"/>
          </a:xfrm>
          <a:prstGeom prst="roundRect">
            <a:avLst/>
          </a:prstGeom>
          <a:solidFill>
            <a:srgbClr val="05080F"/>
          </a:solidFill>
          <a:ln w="1905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mvn package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with the tests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32120" y="3401568"/>
            <a:ext cx="1325880" cy="658368"/>
          </a:xfrm>
          <a:prstGeom prst="roundRect">
            <a:avLst/>
          </a:prstGeom>
          <a:solidFill>
            <a:srgbClr val="05080F"/>
          </a:solidFill>
          <a:ln w="1905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acc-app-RUN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sandbox, a checkpoint</a:t>
            </a:r>
          </a:p>
        </p:txBody>
      </p:sp>
      <p:sp>
        <p:nvSpPr>
          <p:cNvPr id="34" name="Can 33"/>
          <p:cNvSpPr/>
          <p:nvPr/>
        </p:nvSpPr>
        <p:spPr>
          <a:xfrm>
            <a:off x="3794760" y="3401568"/>
            <a:ext cx="1325880" cy="658368"/>
          </a:xfrm>
          <a:prstGeom prst="can">
            <a:avLst/>
          </a:prstGeom>
          <a:solidFill>
            <a:srgbClr val="05080F"/>
          </a:solidFill>
          <a:ln w="1905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acc-pg-RUN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with the seed data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69480" y="3401568"/>
            <a:ext cx="1325880" cy="658368"/>
          </a:xfrm>
          <a:prstGeom prst="roundRect">
            <a:avLst/>
          </a:prstGeom>
          <a:solidFill>
            <a:srgbClr val="05080F"/>
          </a:solidFill>
          <a:ln w="19050">
            <a:solidFill>
              <a:srgbClr val="FF9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Pull request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on GitHub, never merged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1/7 · Your machine makes the agent computer.</a:t>
            </a:r>
            <a:r>
              <a:rPr sz="1100" b="0">
                <a:solidFill>
                  <a:srgbClr val="FFFFFF"/>
                </a:solidFill>
                <a:latin typeface="Inter"/>
              </a:rPr>
              <a:t> Its own Nevia key, the secrets from </a:t>
            </a:r>
            <a:r>
              <a:rPr sz="1100" b="0">
                <a:solidFill>
                  <a:srgbClr val="5FFA74"/>
                </a:solidFill>
                <a:latin typeface="Geist Mono Medium"/>
              </a:rPr>
              <a:t>.env</a:t>
            </a:r>
            <a:r>
              <a:rPr sz="1100" b="0">
                <a:solidFill>
                  <a:srgbClr val="FFFFFF"/>
                </a:solidFill>
                <a:latin typeface="Inter"/>
              </a:rPr>
              <a:t>, this code; the agent does the rest.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2/7 · A fresh stack, from the base branch.</a:t>
            </a:r>
            <a:r>
              <a:rPr sz="1100" b="0">
                <a:solidFill>
                  <a:srgbClr val="FFFFFF"/>
                </a:solidFill>
                <a:latin typeface="Inter"/>
              </a:rPr>
              <a:t> The agent clones the app and recreates </a:t>
            </a:r>
            <a:r>
              <a:rPr sz="1100" b="0">
                <a:solidFill>
                  <a:srgbClr val="5FFA74"/>
                </a:solidFill>
                <a:latin typeface="Geist Mono Medium"/>
              </a:rPr>
              <a:t>acc-app</a:t>
            </a:r>
            <a:r>
              <a:rPr sz="1100" b="0">
                <a:solidFill>
                  <a:srgbClr val="FFFFFF"/>
                </a:solidFill>
                <a:latin typeface="Inter"/>
              </a:rPr>
              <a:t> and </a:t>
            </a:r>
            <a:r>
              <a:rPr sz="1100" b="0">
                <a:solidFill>
                  <a:srgbClr val="5FFA74"/>
                </a:solidFill>
                <a:latin typeface="Geist Mono Medium"/>
              </a:rPr>
              <a:t>acc-mongo</a:t>
            </a:r>
            <a:r>
              <a:rPr sz="1100" b="0">
                <a:solidFill>
                  <a:srgbClr val="FFFFFF"/>
                </a:solidFill>
                <a:latin typeface="Inter"/>
              </a:rPr>
              <a:t> from it: never an older version.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3/7 · The AI sees the structure, not the values.</a:t>
            </a:r>
            <a:r>
              <a:rPr sz="1100" b="0">
                <a:solidFill>
                  <a:srgbClr val="FFFFFF"/>
                </a:solidFill>
                <a:latin typeface="Inter"/>
              </a:rPr>
              <a:t> mongo2pg infers the schemas from </a:t>
            </a:r>
            <a:r>
              <a:rPr sz="1100" b="0">
                <a:solidFill>
                  <a:srgbClr val="5FFA74"/>
                </a:solidFill>
                <a:latin typeface="Geist Mono Medium"/>
              </a:rPr>
              <a:t>acc-mongo</a:t>
            </a:r>
            <a:r>
              <a:rPr sz="1100" b="0">
                <a:solidFill>
                  <a:srgbClr val="FFFFFF"/>
                </a:solidFill>
                <a:latin typeface="Inter"/>
              </a:rPr>
              <a:t>; the sample values are stripped before the AI reads them.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4/7 · The AI changes the app.</a:t>
            </a:r>
            <a:r>
              <a:rPr sz="1100" b="0">
                <a:solidFill>
                  <a:srgbClr val="FFFFFF"/>
                </a:solidFill>
                <a:latin typeface="Inter"/>
              </a:rPr>
              <a:t> As its own Unix user, with the </a:t>
            </a:r>
            <a:r>
              <a:rPr sz="1100" b="0">
                <a:solidFill>
                  <a:srgbClr val="5FFA74"/>
                </a:solidFill>
                <a:latin typeface="Geist Mono Medium"/>
              </a:rPr>
              <a:t>nevia</a:t>
            </a:r>
            <a:r>
              <a:rPr sz="1100" b="0">
                <a:solidFill>
                  <a:srgbClr val="FFFFFF"/>
                </a:solidFill>
                <a:latin typeface="Inter"/>
              </a:rPr>
              <a:t> CLI to look around: JDBC instead of the driver, the seed data as SQL; it checks against a Postgres of its own.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5/7 · Built and tested.</a:t>
            </a:r>
            <a:r>
              <a:rPr sz="1100" b="0">
                <a:solidFill>
                  <a:srgbClr val="FFFFFF"/>
                </a:solidFill>
                <a:latin typeface="Inter"/>
              </a:rPr>
              <a:t> </a:t>
            </a:r>
            <a:r>
              <a:rPr sz="1100" b="0">
                <a:solidFill>
                  <a:srgbClr val="5FFA74"/>
                </a:solidFill>
                <a:latin typeface="Geist Mono Medium"/>
              </a:rPr>
              <a:t>mvn package</a:t>
            </a:r>
            <a:r>
              <a:rPr sz="1100" b="0">
                <a:solidFill>
                  <a:srgbClr val="FFFFFF"/>
                </a:solidFill>
                <a:latin typeface="Inter"/>
              </a:rPr>
              <a:t>, the tests included, on the agent computer.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6/7 · A sandbox, beside the app.</a:t>
            </a:r>
            <a:r>
              <a:rPr sz="1100" b="0">
                <a:solidFill>
                  <a:srgbClr val="FFFFFF"/>
                </a:solidFill>
                <a:latin typeface="Inter"/>
              </a:rPr>
              <a:t> A checkpoint of </a:t>
            </a:r>
            <a:r>
              <a:rPr sz="1100" b="0">
                <a:solidFill>
                  <a:srgbClr val="5FFA74"/>
                </a:solidFill>
                <a:latin typeface="Geist Mono Medium"/>
              </a:rPr>
              <a:t>acc-app</a:t>
            </a:r>
            <a:r>
              <a:rPr sz="1100" b="0">
                <a:solidFill>
                  <a:srgbClr val="FFFFFF"/>
                </a:solidFill>
                <a:latin typeface="Inter"/>
              </a:rPr>
              <a:t> restored as </a:t>
            </a:r>
            <a:r>
              <a:rPr sz="1100" b="0">
                <a:solidFill>
                  <a:srgbClr val="5FFA74"/>
                </a:solidFill>
                <a:latin typeface="Geist Mono Medium"/>
              </a:rPr>
              <a:t>acc-app-RUN</a:t>
            </a:r>
            <a:r>
              <a:rPr sz="1100" b="0">
                <a:solidFill>
                  <a:srgbClr val="FFFFFF"/>
                </a:solidFill>
                <a:latin typeface="Inter"/>
              </a:rPr>
              <a:t>, on a new Postgres with the seed data; the new jar must answer.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7/7 · Only then, a pull request.</a:t>
            </a:r>
            <a:r>
              <a:rPr sz="1100" b="0">
                <a:solidFill>
                  <a:srgbClr val="FFFFFF"/>
                </a:solidFill>
                <a:latin typeface="Inter"/>
              </a:rPr>
              <a:t> What changed, the analysis, the validation, a preview URL. You review and merge.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0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4" grpId="0" animBg="1"/>
      <p:bldP spid="16" grpId="0" animBg="1"/>
      <p:bldP spid="19" grpId="0" animBg="1"/>
      <p:bldP spid="21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6" grpId="1" animBg="1"/>
      <p:bldP spid="37" grpId="0" animBg="1"/>
      <p:bldP spid="37" grpId="1" animBg="1"/>
      <p:bldP spid="38" grpId="0" animBg="1"/>
      <p:bldP spid="38" grpId="1" animBg="1"/>
      <p:bldP spid="39" grpId="0" animBg="1"/>
      <p:bldP spid="39" grpId="1" animBg="1"/>
      <p:bldP spid="40" grpId="0" animBg="1"/>
      <p:bldP spid="40" grpId="1" animBg="1"/>
      <p:bldP spid="41" grpId="0" animBg="1"/>
      <p:bldP spid="41" grpId="1" animBg="1"/>
      <p:bldP spid="42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marL="0" indent="0">
              <a:buNone/>
              <a:spcAft>
                <a:spcPts val="900"/>
              </a:spcAft>
            </a:pPr>
            <a:r>
              <a:rPr sz="1300">
                <a:solidFill>
                  <a:srgbClr val="5FFA74"/>
                </a:solidFill>
                <a:latin typeface="Inter"/>
              </a:rPr>
              <a:t>▸  </a:t>
            </a:r>
            <a:r>
              <a:rPr sz="1300" b="1">
                <a:solidFill>
                  <a:srgbClr val="FFFFFF"/>
                </a:solidFill>
                <a:latin typeface="Inter"/>
              </a:rPr>
              <a:t>A sandbox</a:t>
            </a:r>
            <a:r>
              <a:rPr sz="1300" b="0">
                <a:solidFill>
                  <a:srgbClr val="FFFFFF"/>
                </a:solidFill>
                <a:latin typeface="Inter"/>
              </a:rPr>
              <a:t>: a </a:t>
            </a:r>
            <a:r>
              <a:rPr sz="1300" b="1">
                <a:solidFill>
                  <a:srgbClr val="FFFFFF"/>
                </a:solidFill>
                <a:latin typeface="Inter"/>
              </a:rPr>
              <a:t>checkpoint</a:t>
            </a:r>
            <a:r>
              <a:rPr sz="1300" b="0">
                <a:solidFill>
                  <a:srgbClr val="FFFFFF"/>
                </a:solidFill>
                <a:latin typeface="Inter"/>
              </a:rPr>
              <a:t> of the running app restored beside it, on a new Postgres with the seed data; the agent's jar must answer </a:t>
            </a:r>
            <a:r>
              <a:rPr sz="1300" b="0">
                <a:solidFill>
                  <a:srgbClr val="5FFA74"/>
                </a:solidFill>
                <a:latin typeface="Geist Mono Medium"/>
              </a:rPr>
              <a:t>/healthz</a:t>
            </a:r>
            <a:r>
              <a:rPr sz="1300" b="0">
                <a:solidFill>
                  <a:srgbClr val="FFFFFF"/>
                </a:solidFill>
                <a:latin typeface="Inter"/>
              </a:rPr>
              <a:t> and </a:t>
            </a:r>
            <a:r>
              <a:rPr sz="1300" b="0">
                <a:solidFill>
                  <a:srgbClr val="5FFA74"/>
                </a:solidFill>
                <a:latin typeface="Geist Mono Medium"/>
              </a:rPr>
              <a:t>/</a:t>
            </a:r>
            <a:r>
              <a:rPr sz="1300" b="0">
                <a:solidFill>
                  <a:srgbClr val="FFFFFF"/>
                </a:solidFill>
                <a:latin typeface="Inter"/>
              </a:rPr>
              <a:t>, and for a feature, its own check script</a:t>
            </a:r>
          </a:p>
          <a:p>
            <a:pPr marL="0" indent="0">
              <a:buNone/>
              <a:spcAft>
                <a:spcPts val="900"/>
              </a:spcAft>
            </a:pPr>
            <a:r>
              <a:rPr sz="1300">
                <a:solidFill>
                  <a:srgbClr val="5FFA74"/>
                </a:solidFill>
                <a:latin typeface="Inter"/>
              </a:rPr>
              <a:t>▸  </a:t>
            </a:r>
            <a:r>
              <a:rPr sz="1300" b="1">
                <a:solidFill>
                  <a:srgbClr val="FFFFFF"/>
                </a:solidFill>
                <a:latin typeface="Inter"/>
              </a:rPr>
              <a:t>Only then a pull request</a:t>
            </a:r>
            <a:r>
              <a:rPr sz="1300" b="0">
                <a:solidFill>
                  <a:srgbClr val="FFFFFF"/>
                </a:solidFill>
                <a:latin typeface="Inter"/>
              </a:rPr>
              <a:t>: what changed, the analysis, the validation, a preview URL</a:t>
            </a:r>
          </a:p>
          <a:p>
            <a:pPr marL="0" indent="0">
              <a:buNone/>
              <a:spcAft>
                <a:spcPts val="900"/>
              </a:spcAft>
            </a:pPr>
            <a:r>
              <a:rPr sz="1300">
                <a:solidFill>
                  <a:srgbClr val="5FFA74"/>
                </a:solidFill>
                <a:latin typeface="Inter"/>
              </a:rPr>
              <a:t>▸  </a:t>
            </a:r>
            <a:r>
              <a:rPr sz="1300" b="1">
                <a:solidFill>
                  <a:srgbClr val="FFFFFF"/>
                </a:solidFill>
                <a:latin typeface="Inter"/>
              </a:rPr>
              <a:t>Cut over is yours</a:t>
            </a:r>
            <a:r>
              <a:rPr sz="1300" b="0">
                <a:solidFill>
                  <a:srgbClr val="FFFFFF"/>
                </a:solidFill>
                <a:latin typeface="Inter"/>
              </a:rPr>
              <a:t>: merge, load the target with </a:t>
            </a:r>
            <a:r>
              <a:rPr sz="1300" b="0">
                <a:solidFill>
                  <a:srgbClr val="5FFA74"/>
                </a:solidFill>
                <a:latin typeface="Geist Mono Medium"/>
              </a:rPr>
              <a:t>final.sql</a:t>
            </a:r>
            <a:r>
              <a:rPr sz="1300" b="0">
                <a:solidFill>
                  <a:srgbClr val="FFFFFF"/>
                </a:solidFill>
                <a:latin typeface="Inter"/>
              </a:rPr>
              <a:t>, switch the app's database</a:t>
            </a:r>
          </a:p>
          <a:p>
            <a:pPr marL="0" indent="0">
              <a:buNone/>
              <a:spcAft>
                <a:spcPts val="900"/>
              </a:spcAft>
            </a:pPr>
            <a:r>
              <a:rPr sz="1300">
                <a:solidFill>
                  <a:srgbClr val="5FFA74"/>
                </a:solidFill>
                <a:latin typeface="Inter"/>
              </a:rPr>
              <a:t>▸  </a:t>
            </a:r>
            <a:r>
              <a:rPr sz="1300" b="1">
                <a:solidFill>
                  <a:srgbClr val="FFFFFF"/>
                </a:solidFill>
                <a:latin typeface="Inter"/>
              </a:rPr>
              <a:t>Roll back</a:t>
            </a:r>
            <a:r>
              <a:rPr sz="1300" b="0">
                <a:solidFill>
                  <a:srgbClr val="FFFFFF"/>
                </a:solidFill>
                <a:latin typeface="Inter"/>
              </a:rPr>
              <a:t> by pointing the app back: MongoDB was never touched, nothing migrated in place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VALIDATE, CUT OVER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Validate, 5. cut over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548640" y="2514600"/>
            <a:ext cx="8055864" cy="2103120"/>
          </a:xfrm>
        </p:spPr>
        <p:txBody>
          <a:bodyPr wrap="square"/>
          <a:lstStyle/>
          <a:p>
            <a:pPr marL="0" indent="0">
              <a:buNone/>
              <a:spcAft>
                <a:spcPts val="900"/>
              </a:spcAft>
            </a:pPr>
            <a:r>
              <a:rPr sz="1200">
                <a:solidFill>
                  <a:srgbClr val="5FFA74"/>
                </a:solidFill>
                <a:latin typeface="Inter"/>
              </a:rPr>
              <a:t>▸  </a:t>
            </a:r>
            <a:r>
              <a:rPr sz="1200" b="1">
                <a:solidFill>
                  <a:srgbClr val="FFFFFF"/>
                </a:solidFill>
                <a:latin typeface="Inter"/>
              </a:rPr>
              <a:t>Your machine</a:t>
            </a:r>
            <a:r>
              <a:rPr sz="1200" b="0">
                <a:solidFill>
                  <a:srgbClr val="FFFFFF"/>
                </a:solidFill>
                <a:latin typeface="Inter"/>
              </a:rPr>
              <a:t> only makes the agent computer; the agent does the rest, with its own Nevia key</a:t>
            </a:r>
          </a:p>
          <a:p>
            <a:pPr marL="0" indent="0">
              <a:buNone/>
              <a:spcAft>
                <a:spcPts val="900"/>
              </a:spcAft>
            </a:pPr>
            <a:r>
              <a:rPr sz="1200">
                <a:solidFill>
                  <a:srgbClr val="5FFA74"/>
                </a:solidFill>
                <a:latin typeface="Inter"/>
              </a:rPr>
              <a:t>▸  </a:t>
            </a:r>
            <a:r>
              <a:rPr sz="1200" b="1">
                <a:solidFill>
                  <a:srgbClr val="FFFFFF"/>
                </a:solidFill>
                <a:latin typeface="Inter"/>
              </a:rPr>
              <a:t>Claude Code or Copilot CLI</a:t>
            </a:r>
            <a:r>
              <a:rPr sz="1200" b="0">
                <a:solidFill>
                  <a:srgbClr val="FFFFFF"/>
                </a:solidFill>
                <a:latin typeface="Inter"/>
              </a:rPr>
              <a:t>, one setting; models through the Aiven AI gateway; both drive Nevia with the </a:t>
            </a:r>
            <a:r>
              <a:rPr sz="1200" b="0">
                <a:solidFill>
                  <a:srgbClr val="5FFA74"/>
                </a:solidFill>
                <a:latin typeface="Geist Mono Medium"/>
              </a:rPr>
              <a:t>nevia</a:t>
            </a:r>
            <a:r>
              <a:rPr sz="1200" b="0">
                <a:solidFill>
                  <a:srgbClr val="FFFFFF"/>
                </a:solidFill>
                <a:latin typeface="Inter"/>
              </a:rPr>
              <a:t> CLI, the AI included, signed in with the agent's key</a:t>
            </a:r>
          </a:p>
          <a:p>
            <a:pPr marL="0" indent="0">
              <a:buNone/>
              <a:spcAft>
                <a:spcPts val="900"/>
              </a:spcAft>
            </a:pPr>
            <a:r>
              <a:rPr sz="1200">
                <a:solidFill>
                  <a:srgbClr val="5FFA74"/>
                </a:solidFill>
                <a:latin typeface="Inter"/>
              </a:rPr>
              <a:t>▸  </a:t>
            </a:r>
            <a:r>
              <a:rPr sz="1200" b="1">
                <a:solidFill>
                  <a:srgbClr val="FFFFFF"/>
                </a:solidFill>
                <a:latin typeface="Inter"/>
              </a:rPr>
              <a:t>One workspace, two agents</a:t>
            </a:r>
            <a:r>
              <a:rPr sz="1200" b="0">
                <a:solidFill>
                  <a:srgbClr val="FFFFFF"/>
                </a:solidFill>
                <a:latin typeface="Inter"/>
              </a:rPr>
              <a:t>: every name carries its agent (</a:t>
            </a:r>
            <a:r>
              <a:rPr sz="1200" b="0">
                <a:solidFill>
                  <a:srgbClr val="5FFA74"/>
                </a:solidFill>
                <a:latin typeface="Geist Mono Medium"/>
              </a:rPr>
              <a:t>m2p-…</a:t>
            </a:r>
            <a:r>
              <a:rPr sz="1200" b="0">
                <a:solidFill>
                  <a:srgbClr val="FFFFFF"/>
                </a:solidFill>
                <a:latin typeface="Inter"/>
              </a:rPr>
              <a:t>, </a:t>
            </a:r>
            <a:r>
              <a:rPr sz="1200" b="0">
                <a:solidFill>
                  <a:srgbClr val="5FFA74"/>
                </a:solidFill>
                <a:latin typeface="Geist Mono Medium"/>
              </a:rPr>
              <a:t>acc-…</a:t>
            </a:r>
            <a:r>
              <a:rPr sz="1200" b="0">
                <a:solidFill>
                  <a:srgbClr val="FFFFFF"/>
                </a:solidFill>
                <a:latin typeface="Inter"/>
              </a:rPr>
              <a:t>), and only those are deleted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HOW IT RUNS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it runs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45919" y="1700784"/>
            <a:ext cx="2148841" cy="0"/>
          </a:xfrm>
          <a:prstGeom prst="line">
            <a:avLst/>
          </a:prstGeom>
          <a:ln w="15875">
            <a:solidFill>
              <a:srgbClr val="9192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011680" y="1444752"/>
            <a:ext cx="1417320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919294"/>
                </a:solidFill>
                <a:latin typeface="Inter"/>
              </a:rPr>
              <a:t>computer, key, secrets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120640" y="1700784"/>
            <a:ext cx="2148840" cy="0"/>
          </a:xfrm>
          <a:prstGeom prst="line">
            <a:avLst/>
          </a:prstGeom>
          <a:ln w="15875">
            <a:solidFill>
              <a:srgbClr val="9192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34990" y="1444752"/>
            <a:ext cx="1120140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919294"/>
                </a:solidFill>
                <a:latin typeface="Inter"/>
              </a:rPr>
              <a:t>makes and deletes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371600"/>
            <a:ext cx="1325880" cy="658368"/>
          </a:xfrm>
          <a:prstGeom prst="roundRect">
            <a:avLst/>
          </a:prstGeom>
          <a:solidFill>
            <a:srgbClr val="05080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Your machine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agent m2p | acc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1371600"/>
            <a:ext cx="1325880" cy="658368"/>
          </a:xfrm>
          <a:prstGeom prst="roundRect">
            <a:avLst/>
          </a:prstGeom>
          <a:solidFill>
            <a:srgbClr val="05080F"/>
          </a:solidFill>
          <a:ln w="1905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Agent computer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this code, an AI agent</a:t>
            </a:r>
          </a:p>
        </p:txBody>
      </p:sp>
      <p:sp>
        <p:nvSpPr>
          <p:cNvPr id="12" name="Can 11"/>
          <p:cNvSpPr/>
          <p:nvPr/>
        </p:nvSpPr>
        <p:spPr>
          <a:xfrm>
            <a:off x="7269480" y="1371600"/>
            <a:ext cx="1325880" cy="658368"/>
          </a:xfrm>
          <a:prstGeom prst="can">
            <a:avLst/>
          </a:prstGeom>
          <a:solidFill>
            <a:srgbClr val="05080F"/>
          </a:solidFill>
          <a:ln w="1905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Everything else</a:t>
            </a:r>
          </a:p>
          <a:p>
            <a:pPr algn="ctr"/>
            <a:r>
              <a:rPr sz="750" b="0">
                <a:solidFill>
                  <a:srgbClr val="919294"/>
                </a:solidFill>
                <a:latin typeface="Inter"/>
              </a:rPr>
              <a:t>MongoDB, Postgres, branches, sandboxes, PRs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marL="0" indent="0">
              <a:buNone/>
              <a:spcAft>
                <a:spcPts val="900"/>
              </a:spcAft>
            </a:pPr>
            <a:r>
              <a:rPr sz="1300">
                <a:solidFill>
                  <a:srgbClr val="5FFA74"/>
                </a:solidFill>
                <a:latin typeface="Inter"/>
              </a:rPr>
              <a:t>▸  </a:t>
            </a:r>
            <a:r>
              <a:rPr sz="1300" b="1">
                <a:solidFill>
                  <a:srgbClr val="FFFFFF"/>
                </a:solidFill>
                <a:latin typeface="Inter"/>
              </a:rPr>
              <a:t>Artefacts</a:t>
            </a:r>
            <a:r>
              <a:rPr sz="1300" b="0">
                <a:solidFill>
                  <a:srgbClr val="FFFFFF"/>
                </a:solidFill>
                <a:latin typeface="Inter"/>
              </a:rPr>
              <a:t>: the loaded target, </a:t>
            </a:r>
            <a:r>
              <a:rPr sz="1300" b="0">
                <a:solidFill>
                  <a:srgbClr val="5FFA74"/>
                </a:solidFill>
                <a:latin typeface="Geist Mono Medium"/>
              </a:rPr>
              <a:t>final.sql</a:t>
            </a:r>
            <a:r>
              <a:rPr sz="1300" b="0">
                <a:solidFill>
                  <a:srgbClr val="FFFFFF"/>
                </a:solidFill>
                <a:latin typeface="Inter"/>
              </a:rPr>
              <a:t>, post-import reports, a tested pull request, a run report with times, all collected in </a:t>
            </a:r>
            <a:r>
              <a:rPr sz="1300" b="0">
                <a:solidFill>
                  <a:srgbClr val="5FFA74"/>
                </a:solidFill>
                <a:latin typeface="Geist Mono Medium"/>
              </a:rPr>
              <a:t>build/</a:t>
            </a:r>
          </a:p>
          <a:p>
            <a:pPr marL="0" indent="0">
              <a:buNone/>
              <a:spcAft>
                <a:spcPts val="900"/>
              </a:spcAft>
            </a:pPr>
            <a:r>
              <a:rPr sz="1300">
                <a:solidFill>
                  <a:srgbClr val="5FFA74"/>
                </a:solidFill>
                <a:latin typeface="Inter"/>
              </a:rPr>
              <a:t>▸  </a:t>
            </a:r>
            <a:r>
              <a:rPr sz="1300" b="1">
                <a:solidFill>
                  <a:srgbClr val="FFFFFF"/>
                </a:solidFill>
                <a:latin typeface="Inter"/>
              </a:rPr>
              <a:t>Known limits</a:t>
            </a:r>
            <a:r>
              <a:rPr sz="1300" b="0">
                <a:solidFill>
                  <a:srgbClr val="FFFFFF"/>
                </a:solidFill>
                <a:latin typeface="Inter"/>
              </a:rPr>
              <a:t>: inferred limits from samples, ObjectId-like ids, a few mongo2pg report quirks</a:t>
            </a:r>
          </a:p>
          <a:p>
            <a:pPr marL="0" indent="0">
              <a:buNone/>
              <a:spcAft>
                <a:spcPts val="900"/>
              </a:spcAft>
            </a:pPr>
            <a:r>
              <a:rPr sz="1300">
                <a:solidFill>
                  <a:srgbClr val="5FFA74"/>
                </a:solidFill>
                <a:latin typeface="Inter"/>
              </a:rPr>
              <a:t>▸  </a:t>
            </a:r>
            <a:r>
              <a:rPr sz="1300" b="1">
                <a:solidFill>
                  <a:srgbClr val="FFFFFF"/>
                </a:solidFill>
                <a:latin typeface="Inter"/>
              </a:rPr>
              <a:t>Next</a:t>
            </a:r>
            <a:r>
              <a:rPr sz="1300" b="0">
                <a:solidFill>
                  <a:srgbClr val="FFFFFF"/>
                </a:solidFill>
                <a:latin typeface="Inter"/>
              </a:rPr>
              <a:t>: more apps and data sets, the cut-over itself as a step, the Nevia cost per migration in the report</a:t>
            </a:r>
          </a:p>
          <a:p>
            <a:pPr marL="0" indent="0">
              <a:buNone/>
              <a:spcAft>
                <a:spcPts val="900"/>
              </a:spcAft>
            </a:pPr>
            <a:r>
              <a:rPr sz="1300">
                <a:solidFill>
                  <a:srgbClr val="5FFA74"/>
                </a:solidFill>
                <a:latin typeface="Inter"/>
              </a:rPr>
              <a:t>▸  </a:t>
            </a:r>
            <a:r>
              <a:rPr sz="1300" b="1">
                <a:solidFill>
                  <a:srgbClr val="FFFFFF"/>
                </a:solidFill>
                <a:latin typeface="Inter"/>
              </a:rPr>
              <a:t>Try it</a:t>
            </a:r>
            <a:r>
              <a:rPr sz="1300" b="0">
                <a:solidFill>
                  <a:srgbClr val="FFFFFF"/>
                </a:solidFill>
                <a:latin typeface="Inter"/>
              </a:rPr>
              <a:t>: </a:t>
            </a:r>
            <a:r>
              <a:rPr sz="1300" b="0">
                <a:solidFill>
                  <a:srgbClr val="5FFA74"/>
                </a:solidFill>
                <a:latin typeface="Geist Mono Medium"/>
              </a:rPr>
              <a:t>agent m2p setup &amp;&amp; agent m2p run</a:t>
            </a:r>
            <a:r>
              <a:rPr sz="1300" b="0">
                <a:solidFill>
                  <a:srgbClr val="FFFFFF"/>
                </a:solidFill>
                <a:latin typeface="Inter"/>
              </a:rPr>
              <a:t>, </a:t>
            </a:r>
            <a:r>
              <a:rPr sz="1300" b="0">
                <a:solidFill>
                  <a:srgbClr val="5FFA74"/>
                </a:solidFill>
                <a:latin typeface="Geist Mono Medium"/>
              </a:rPr>
              <a:t>agent acc setup &amp;&amp; agent acc run migrate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WHAT NEXT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get, and what is next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plate">
  <a:themeElements>
    <a:clrScheme name="Simple Light">
      <a:dk1>
        <a:srgbClr val="05080F"/>
      </a:dk1>
      <a:lt1>
        <a:srgbClr val="FFFFFF"/>
      </a:lt1>
      <a:dk2>
        <a:srgbClr val="919294"/>
      </a:dk2>
      <a:lt2>
        <a:srgbClr val="EBEBEB"/>
      </a:lt2>
      <a:accent1>
        <a:srgbClr val="5FFA74"/>
      </a:accent1>
      <a:accent2>
        <a:srgbClr val="2ED0CD"/>
      </a:accent2>
      <a:accent3>
        <a:srgbClr val="6F64FF"/>
      </a:accent3>
      <a:accent4>
        <a:srgbClr val="DF56F2"/>
      </a:accent4>
      <a:accent5>
        <a:srgbClr val="F85149"/>
      </a:accent5>
      <a:accent6>
        <a:srgbClr val="FF965E"/>
      </a:accent6>
      <a:hlink>
        <a:srgbClr val="5865CD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